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eaker 1" id="{4c49a7bd-05f2-6dbd-887f-9402caa22b95}">
          <p14:sldIdLst>
            <p14:sldId id="256"/>
            <p14:sldId id="257"/>
            <p14:sldId id="258"/>
            <p14:sldId id="259"/>
            <p14:sldId id="260"/>
          </p14:sldIdLst>
        </p14:section>
        <p14:section name="Speaker 2" id="{7dd89fcc-362d-e7b5-c205-7d05c93072cd}">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1 ·</a:t>
            </a:r>
            <a:r>
              <a:rPr lang="en-US" dirty="0"/>
              <a:t xml:space="preserve"> about 0:15</a:t>
            </a:r>
          </a:p>
          <a:p>
            <a:endParaRPr lang="en-US" dirty="0"/>
          </a:p>
          <a:p>
            <a:r>
              <a:rPr lang="en-US" b="1" dirty="0"/>
              <a:t xml:space="preserve">KEYWORDS:</a:t>
            </a:r>
            <a:r>
              <a:rPr lang="en-US" dirty="0"/>
              <a:t xml:space="preserve"> hello · [Name] and I · dream trip · 16,500 km from Germany · seatbelts</a:t>
            </a:r>
          </a:p>
          <a:p>
            <a:endParaRPr lang="en-US" dirty="0"/>
          </a:p>
          <a:p>
            <a:r>
              <a:rPr lang="en-US" b="1" dirty="0"/>
              <a:t xml:space="preserve">SCRIPT:</a:t>
            </a:r>
          </a:p>
          <a:p>
            <a:r>
              <a:rPr lang="en-US" dirty="0"/>
              <a:t xml:space="preserve">Hello everyone! Today [Name] and I are taking you on our dream trip around Australia. Australia is about 16,500 kilometres away from Germany – so fasten your seatbelts!</a:t>
            </a:r>
          </a:p>
          <a:p>
            <a:endParaRPr lang="en-US" dirty="0"/>
          </a:p>
          <a:p>
            <a:r>
              <a:rPr lang="en-US" dirty="0"/>
              <a:t xml:space="preserve">(Write your two names on this slide: "by Name &amp;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1 ·</a:t>
            </a:r>
            <a:r>
              <a:rPr lang="en-US" dirty="0"/>
              <a:t xml:space="preserve"> about 0:25</a:t>
            </a:r>
          </a:p>
          <a:p>
            <a:endParaRPr lang="en-US" dirty="0"/>
          </a:p>
          <a:p>
            <a:r>
              <a:rPr lang="en-US" b="1" dirty="0"/>
              <a:t xml:space="preserve">KEYWORDS:</a:t>
            </a:r>
            <a:r>
              <a:rPr lang="en-US" dirty="0"/>
              <a:t xml:space="preserve"> plan · three weeks → travel all around · September → warm north, mild south · kangaroo → selfie</a:t>
            </a:r>
          </a:p>
          <a:p>
            <a:endParaRPr lang="en-US" dirty="0"/>
          </a:p>
          <a:p>
            <a:r>
              <a:rPr lang="en-US" b="1" dirty="0"/>
              <a:t xml:space="preserve">SCRIPT:</a:t>
            </a:r>
          </a:p>
          <a:p>
            <a:r>
              <a:rPr lang="en-US" dirty="0"/>
              <a:t xml:space="preserve">Let's start with our plan. If we had three weeks of holidays, we would travel all around Australia. If we went in September, it would be warm in the north and mild in the south – because in September it is spring there! And if we saw a kangaroo, we would take a selfie with it, of course!</a:t>
            </a:r>
          </a:p>
          <a:p>
            <a:endParaRPr lang="en-US" dirty="0"/>
          </a:p>
          <a:p>
            <a:r>
              <a:rPr lang="en-US" dirty="0"/>
              <a:t xml:space="preserve">(Grammar: three conditional sentences type 2 – "If + simple past, would + infinitive".)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1 ·</a:t>
            </a:r>
            <a:r>
              <a:rPr lang="en-US" dirty="0"/>
              <a:t xml:space="preserve"> about 0:25</a:t>
            </a:r>
          </a:p>
          <a:p>
            <a:endParaRPr lang="en-US" dirty="0"/>
          </a:p>
          <a:p>
            <a:r>
              <a:rPr lang="en-US" b="1" dirty="0"/>
              <a:t xml:space="preserve">KEYWORDS:</a:t>
            </a:r>
            <a:r>
              <a:rPr lang="en-US" dirty="0"/>
              <a:t xml:space="preserve"> route · 4 places · Sydney → reef → Uluru (outback) → Great Ocean Road · dotted = plane, green = camper van · day 21 home</a:t>
            </a:r>
          </a:p>
          <a:p>
            <a:endParaRPr lang="en-US" dirty="0"/>
          </a:p>
          <a:p>
            <a:r>
              <a:rPr lang="en-US" b="1" dirty="0"/>
              <a:t xml:space="preserve">SCRIPT:</a:t>
            </a:r>
          </a:p>
          <a:p>
            <a:r>
              <a:rPr lang="en-US" dirty="0"/>
              <a:t xml:space="preserve">Here you can see our route. We would visit four places: Sydney, the Great Barrier Reef, Uluru in the outback and the Great Ocean Road. The dotted lines are flights, and the green line is our trip by camper van. After 21 days we would fly home from Melbourne.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1 ·</a:t>
            </a:r>
            <a:r>
              <a:rPr lang="en-US" dirty="0"/>
              <a:t xml:space="preserve"> about 0:30</a:t>
            </a:r>
          </a:p>
          <a:p>
            <a:endParaRPr lang="en-US" dirty="0"/>
          </a:p>
          <a:p>
            <a:r>
              <a:rPr lang="en-US" b="1" dirty="0"/>
              <a:t xml:space="preserve">KEYWORDS:</a:t>
            </a:r>
            <a:r>
              <a:rPr lang="en-US" dirty="0"/>
              <a:t xml:space="preserve"> biggest city · 5.5 million · capital = Canberra · Opera House 1973, UNESCO · Harbour Bridge "Coathanger", climb · Bondi Beach</a:t>
            </a:r>
          </a:p>
          <a:p>
            <a:endParaRPr lang="en-US" dirty="0"/>
          </a:p>
          <a:p>
            <a:r>
              <a:rPr lang="en-US" b="1" dirty="0"/>
              <a:t xml:space="preserve">SCRIPT:</a:t>
            </a:r>
          </a:p>
          <a:p>
            <a:r>
              <a:rPr lang="en-US" dirty="0"/>
              <a:t xml:space="preserve">Our first stop is Sydney, the biggest city in Australia, with about five and a half million people. But it isn't the capital – that's Canberra! The Opera House opened in 1973 and is a UNESCO World Heritage Site. Next to it is the Harbour Bridge. People call it "the Coathanger", and you can even climb it. After that we would relax at Bondi Beach.</a:t>
            </a:r>
          </a:p>
          <a:p>
            <a:endParaRPr lang="en-US" dirty="0"/>
          </a:p>
          <a:p>
            <a:r>
              <a:rPr lang="en-US" dirty="0"/>
              <a:t xml:space="preserve">(Photo idea: Sydney Opera House with the Harbour Bridge.)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1 ·</a:t>
            </a:r>
            <a:r>
              <a:rPr lang="en-US" dirty="0"/>
              <a:t xml:space="preserve"> about 0:35</a:t>
            </a:r>
          </a:p>
          <a:p>
            <a:endParaRPr lang="en-US" dirty="0"/>
          </a:p>
          <a:p>
            <a:r>
              <a:rPr lang="en-US" b="1" dirty="0"/>
              <a:t xml:space="preserve">KEYWORDS:</a:t>
            </a:r>
            <a:r>
              <a:rPr lang="en-US" dirty="0"/>
              <a:t xml:space="preserve"> fly to Cairns · biggest coral reef · 2,300 km · 3,000 reefs · 1,500+ kinds of fish · 1770 Captain Cook WAS SAILING … hit the reef · snorkelling with a guide · hand over to [Name]</a:t>
            </a:r>
          </a:p>
          <a:p>
            <a:endParaRPr lang="en-US" dirty="0"/>
          </a:p>
          <a:p>
            <a:r>
              <a:rPr lang="en-US" b="1" dirty="0"/>
              <a:t xml:space="preserve">SCRIPT:</a:t>
            </a:r>
          </a:p>
          <a:p>
            <a:r>
              <a:rPr lang="en-US" dirty="0"/>
              <a:t xml:space="preserve">Next we would fly to Cairns to see the Great Barrier Reef. It is the biggest coral reef in the world: about 2,300 kilometres long, with around 3,000 single reefs and more than 1,500 kinds of fish. A bit of history: in 1770, Captain James Cook was sailing along the coast when his ship hit the reef. We would go snorkelling there – with a guide, of course. And now [Name] takes you to the red centre of Australia.</a:t>
            </a:r>
          </a:p>
          <a:p>
            <a:endParaRPr lang="en-US" dirty="0"/>
          </a:p>
          <a:p>
            <a:r>
              <a:rPr lang="en-US" dirty="0"/>
              <a:t xml:space="preserve">(Grammar: past progressive – "was sailing".)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2 ·</a:t>
            </a:r>
            <a:r>
              <a:rPr lang="en-US" dirty="0"/>
              <a:t xml:space="preserve"> about 0:35</a:t>
            </a:r>
          </a:p>
          <a:p>
            <a:endParaRPr lang="en-US" dirty="0"/>
          </a:p>
          <a:p>
            <a:r>
              <a:rPr lang="en-US" b="1" dirty="0"/>
              <a:t xml:space="preserve">KEYWORDS:</a:t>
            </a:r>
            <a:r>
              <a:rPr lang="en-US" dirty="0"/>
              <a:t xml:space="preserve"> thank you · middle of Australia, outback · huge rock · 348 m high · 9.4 km around · sacred to the Anangu (Aboriginal people) · no climbing since 2019 · sunset colours</a:t>
            </a:r>
          </a:p>
          <a:p>
            <a:endParaRPr lang="en-US" dirty="0"/>
          </a:p>
          <a:p>
            <a:r>
              <a:rPr lang="en-US" b="1" dirty="0"/>
              <a:t xml:space="preserve">SCRIPT:</a:t>
            </a:r>
          </a:p>
          <a:p>
            <a:r>
              <a:rPr lang="en-US" dirty="0"/>
              <a:t xml:space="preserve">Thank you, [Name]! Our third stop is Uluru, right in the middle of Australia, in the outback. Uluru is a huge rock: it is 348 metres high and 9.4 kilometres around. It is sacred to the Anangu, the Aboriginal owners of the land. That's why climbing Uluru has been banned since 2019. The best moment is the sunset, when the rock changes its colour from orange to deep red. If we were there, we would watch it every evening.</a:t>
            </a:r>
          </a:p>
          <a:p>
            <a:endParaRPr lang="en-US" dirty="0"/>
          </a:p>
          <a:p>
            <a:r>
              <a:rPr lang="en-US" dirty="0"/>
              <a:t xml:space="preserve">(Grammar: one more conditional type 2 – "If we were there, we would watch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2 ·</a:t>
            </a:r>
            <a:r>
              <a:rPr lang="en-US" dirty="0"/>
              <a:t xml:space="preserve"> about 0:35</a:t>
            </a:r>
          </a:p>
          <a:p>
            <a:endParaRPr lang="en-US" dirty="0"/>
          </a:p>
          <a:p>
            <a:r>
              <a:rPr lang="en-US" b="1" dirty="0"/>
              <a:t xml:space="preserve">KEYWORDS:</a:t>
            </a:r>
            <a:r>
              <a:rPr lang="en-US" dirty="0"/>
              <a:t xml:space="preserve"> fly to Melbourne · camper van · 243 km along the coast · built by soldiers after World War I → biggest war memorial · Kennett River: wild koalas · Twelve Apostles: never 12, only 7 left</a:t>
            </a:r>
          </a:p>
          <a:p>
            <a:endParaRPr lang="en-US" dirty="0"/>
          </a:p>
          <a:p>
            <a:r>
              <a:rPr lang="en-US" b="1" dirty="0"/>
              <a:t xml:space="preserve">SCRIPT:</a:t>
            </a:r>
          </a:p>
          <a:p>
            <a:r>
              <a:rPr lang="en-US" dirty="0"/>
              <a:t xml:space="preserve">For our last stop, we would fly to Melbourne and rent a camper van. The Great Ocean Road is 243 kilometres long and goes right along the coast. Soldiers built it after World War One, so it is also the biggest war memorial in the world. At Kennett River you can see wild koalas in the trees. And then there are the Twelve Apostles – huge rocks in the sea. Funny fact: there were never twelve, and today there are only seven!</a:t>
            </a:r>
          </a:p>
          <a:p>
            <a:endParaRPr lang="en-US" dirty="0"/>
          </a:p>
          <a:p>
            <a:r>
              <a:rPr lang="en-US" dirty="0"/>
              <a:t xml:space="preserve">(Photo idea: the Twelve Apostles.)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2 ·</a:t>
            </a:r>
            <a:r>
              <a:rPr lang="en-US" dirty="0"/>
              <a:t xml:space="preserve"> about 0:35</a:t>
            </a:r>
          </a:p>
          <a:p>
            <a:endParaRPr lang="en-US" dirty="0"/>
          </a:p>
          <a:p>
            <a:r>
              <a:rPr lang="en-US" b="1" dirty="0"/>
              <a:t xml:space="preserve">KEYWORDS:</a:t>
            </a:r>
            <a:r>
              <a:rPr lang="en-US" dirty="0"/>
              <a:t xml:space="preserve"> beautiful but careful · sun: slip, slop, slap · beach: red and yellow flags · north: box jellyfish, crocodiles · outback: water · spiders: shoes · emergency 000</a:t>
            </a:r>
          </a:p>
          <a:p>
            <a:endParaRPr lang="en-US" dirty="0"/>
          </a:p>
          <a:p>
            <a:r>
              <a:rPr lang="en-US" b="1" dirty="0"/>
              <a:t xml:space="preserve">SCRIPT:</a:t>
            </a:r>
          </a:p>
          <a:p>
            <a:r>
              <a:rPr lang="en-US" dirty="0"/>
              <a:t xml:space="preserve">Australia is beautiful, but you have to be careful. Here are our survival tips. The sun is very strong, so remember "Slip, slop, slap": slip on a shirt, slop on sunscreen and slap on a hat. At the beach, always swim between the red and yellow flags. In the north, watch out for box jellyfish, and never swim where you see crocodile signs. In the outback, always carry lots of water. And shake out your shoes because of spiders! In an emergency, call triple zero.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2 ·</a:t>
            </a:r>
            <a:r>
              <a:rPr lang="en-US" dirty="0"/>
              <a:t xml:space="preserve"> about 0:10</a:t>
            </a:r>
          </a:p>
          <a:p>
            <a:endParaRPr lang="en-US" dirty="0"/>
          </a:p>
          <a:p>
            <a:r>
              <a:rPr lang="en-US" b="1" dirty="0"/>
              <a:t xml:space="preserve">KEYWORDS:</a:t>
            </a:r>
            <a:r>
              <a:rPr lang="en-US" dirty="0"/>
              <a:t xml:space="preserve"> dream trip · could go tomorrow → would pack bags · thank you · questions?</a:t>
            </a:r>
          </a:p>
          <a:p>
            <a:endParaRPr lang="en-US" dirty="0"/>
          </a:p>
          <a:p>
            <a:r>
              <a:rPr lang="en-US" b="1" dirty="0"/>
              <a:t xml:space="preserve">SCRIPT:</a:t>
            </a:r>
          </a:p>
          <a:p>
            <a:r>
              <a:rPr lang="en-US" dirty="0"/>
              <a:t xml:space="preserve">That was our dream trip around Australia. If we could go tomorrow, we would pack our bags right now! Thank you for listening. Do you have any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SPEAKER 2 ·</a:t>
            </a:r>
            <a:r>
              <a:rPr lang="en-US" dirty="0"/>
              <a:t xml:space="preserve"> not spoken (or: "Here are our sources.")</a:t>
            </a:r>
          </a:p>
          <a:p>
            <a:endParaRPr lang="en-US" dirty="0"/>
          </a:p>
          <a:p>
            <a:r>
              <a:rPr lang="en-US" dirty="0"/>
              <a:t xml:space="preserve">Before presenting: add the source of every photo you inserted (website + photographer).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2E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5852160" cy="16002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4069080"/>
            <a:ext cx="5669280" cy="4572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4" name="Text 0"/>
          <p:cNvSpPr/>
          <p:nvPr>
            <p:ph idx="102" type="body" hasCustomPrompt="1"/>
          </p:nvPr>
        </p:nvSpPr>
        <p:spPr>
          <a:xfrm>
            <a:off x="640080" y="4617720"/>
            <a:ext cx="5669280" cy="4114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5F6B68"/>
                </a:solidFill>
              </a:rPr>
              <a:t>My Dream Trip Around Australia</a:t>
            </a:r>
            <a:endParaRPr lang="en-US" sz="1000" dirty="0"/>
          </a:p>
        </p:txBody>
      </p:sp>
      <p:sp>
        <p:nvSpPr>
          <p:cNvPr id="4" name="Text 1"/>
          <p:cNvSpPr/>
          <p:nvPr/>
        </p:nvSpPr>
        <p:spPr>
          <a:xfrm>
            <a:off x="8732520" y="6400800"/>
            <a:ext cx="822960" cy="274320"/>
          </a:xfrm>
          <a:prstGeom prst="rect">
            <a:avLst/>
          </a:prstGeom>
          <a:noFill/>
          <a:ln/>
        </p:spPr>
        <p:txBody>
          <a:bodyPr wrap="square" lIns="0" tIns="0" rIns="0" bIns="0" rtlCol="0" anchor="ctr"/>
          <a:lstStyle/>
          <a:p>
            <a:pPr algn="r" indent="0" marL="0">
              <a:buNone/>
            </a:pPr>
            <a:r>
              <a:rPr lang="en-US" sz="1000" dirty="0">
                <a:solidFill>
                  <a:srgbClr val="1C1B1A"/>
                </a:solidFill>
                <a:highlight>
                  <a:srgbClr val="FFE27A"/>
                </a:highlight>
              </a:rPr>
              <a:t>highlighted</a:t>
            </a:r>
            <a:endParaRPr lang="en-US" sz="1000" dirty="0"/>
          </a:p>
        </p:txBody>
      </p:sp>
      <p:sp>
        <p:nvSpPr>
          <p:cNvPr id="5" name="Text 2"/>
          <p:cNvSpPr/>
          <p:nvPr/>
        </p:nvSpPr>
        <p:spPr>
          <a:xfrm>
            <a:off x="9601200" y="6400800"/>
            <a:ext cx="1554480" cy="274320"/>
          </a:xfrm>
          <a:prstGeom prst="rect">
            <a:avLst/>
          </a:prstGeom>
          <a:noFill/>
          <a:ln/>
        </p:spPr>
        <p:txBody>
          <a:bodyPr wrap="square" lIns="0" tIns="0" rIns="0" bIns="0" rtlCol="0" anchor="ctr"/>
          <a:lstStyle/>
          <a:p>
            <a:pPr indent="0" marL="0">
              <a:buNone/>
            </a:pPr>
            <a:r>
              <a:rPr lang="en-US" sz="1000" dirty="0">
                <a:solidFill>
                  <a:srgbClr val="5F6B68"/>
                </a:solidFill>
              </a:rPr>
              <a:t>= Unit 1 vocabulary</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ce">
    <p:bg>
      <p:bgPr>
        <a:solidFill>
          <a:srgbClr val="FFFFFF"/>
        </a:solidFill>
      </p:bgPr>
    </p:bg>
    <p:spTree>
      <p:nvGrpSpPr>
        <p:cNvPr id="1" name=""/>
        <p:cNvGrpSpPr/>
        <p:nvPr/>
      </p:nvGrpSpPr>
      <p:grpSpPr>
        <a:xfrm>
          <a:off x="0" y="0"/>
          <a:ext cx="0" cy="0"/>
          <a:chOff x="0" y="0"/>
          <a:chExt cx="0" cy="0"/>
        </a:xfrm>
      </p:grpSpPr>
      <p:sp>
        <p:nvSpPr>
          <p:cNvPr id="2" name="Picture Placeholder"/>
          <p:cNvSpPr>
            <a:spLocks noGrp="1"/>
          </p:cNvSpPr>
          <p:nvPr>
            <p:ph type="pic" idx="100" hasCustomPrompt="1"/>
          </p:nvPr>
        </p:nvSpPr>
        <p:spPr>
          <a:xfrm>
            <a:off x="0" y="0"/>
            <a:ext cx="5760720" cy="6858000"/>
          </a:xfrm>
          <a:prstGeom prst="rect">
            <a:avLst/>
          </a:prstGeom>
          <a:noFill/>
          <a:ln/>
        </p:spPr>
        <p:txBody>
          <a:bodyPr wrap="square" rtlCol="0"/>
          <a:lstStyle>
            <a:lvl1pPr algn="ctr" indent="0" marL="0">
              <a:buNone/>
              <a:defRPr lang="en-US" sz="1400" dirty="0">
                <a:solidFill>
                  <a:schemeClr val="tx2"/>
                </a:solidFill>
              </a:defRPr>
            </a:lvl1pPr>
          </a:lstStyle>
          <a:p>
            <a:pPr algn="ctr" indent="0" marL="0">
              <a:buNone/>
            </a:pPr>
            <a:r>
              <a:rPr lang="en-US" sz="1400" dirty="0">
                <a:solidFill>
                  <a:schemeClr val="tx2"/>
                </a:solidFill>
              </a:rPr>
              <a:t>Click the picture icon to insert your photo</a:t>
            </a:r>
            <a:endParaRPr lang="en-US" sz="1400" dirty="0"/>
          </a:p>
        </p:txBody>
      </p:sp>
      <p:sp>
        <p:nvSpPr>
          <p:cNvPr id="3" name="Text 0"/>
          <p:cNvSpPr/>
          <p:nvPr>
            <p:ph idx="101" type="title" hasCustomPrompt="1"/>
          </p:nvPr>
        </p:nvSpPr>
        <p:spPr>
          <a:xfrm>
            <a:off x="6309360" y="1325880"/>
            <a:ext cx="5330952" cy="73152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4" name="Text 0"/>
          <p:cNvSpPr/>
          <p:nvPr/>
        </p:nvSpPr>
        <p:spPr>
          <a:xfrm>
            <a:off x="8732520" y="6400800"/>
            <a:ext cx="822960" cy="274320"/>
          </a:xfrm>
          <a:prstGeom prst="rect">
            <a:avLst/>
          </a:prstGeom>
          <a:noFill/>
          <a:ln/>
        </p:spPr>
        <p:txBody>
          <a:bodyPr wrap="square" lIns="0" tIns="0" rIns="0" bIns="0" rtlCol="0" anchor="ctr"/>
          <a:lstStyle/>
          <a:p>
            <a:pPr algn="r" indent="0" marL="0">
              <a:buNone/>
            </a:pPr>
            <a:r>
              <a:rPr lang="en-US" sz="1000" dirty="0">
                <a:solidFill>
                  <a:srgbClr val="1C1B1A"/>
                </a:solidFill>
                <a:highlight>
                  <a:srgbClr val="FFE27A"/>
                </a:highlight>
              </a:rPr>
              <a:t>highlighted</a:t>
            </a:r>
            <a:endParaRPr lang="en-US" sz="1000" dirty="0"/>
          </a:p>
        </p:txBody>
      </p:sp>
      <p:sp>
        <p:nvSpPr>
          <p:cNvPr id="5" name="Text 1"/>
          <p:cNvSpPr/>
          <p:nvPr/>
        </p:nvSpPr>
        <p:spPr>
          <a:xfrm>
            <a:off x="9601200" y="6400800"/>
            <a:ext cx="1554480" cy="274320"/>
          </a:xfrm>
          <a:prstGeom prst="rect">
            <a:avLst/>
          </a:prstGeom>
          <a:noFill/>
          <a:ln/>
        </p:spPr>
        <p:txBody>
          <a:bodyPr wrap="square" lIns="0" tIns="0" rIns="0" bIns="0" rtlCol="0" anchor="ctr"/>
          <a:lstStyle/>
          <a:p>
            <a:pPr indent="0" marL="0">
              <a:buNone/>
            </a:pPr>
            <a:r>
              <a:rPr lang="en-US" sz="1000" dirty="0">
                <a:solidFill>
                  <a:srgbClr val="5F6B68"/>
                </a:solidFill>
              </a:rPr>
              <a:t>= Unit 1 vocabulary</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F2E3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852160" cy="8229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B9C9C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83080"/>
            <a:ext cx="5669280" cy="365760"/>
          </a:xfrm>
          <a:prstGeom prst="rect">
            <a:avLst/>
          </a:prstGeom>
          <a:noFill/>
          <a:ln/>
        </p:spPr>
        <p:txBody>
          <a:bodyPr wrap="square" lIns="0" tIns="0" rIns="0" bIns="0" rtlCol="0" anchor="ctr"/>
          <a:lstStyle/>
          <a:p>
            <a:pPr indent="0" marL="0">
              <a:buNone/>
            </a:pPr>
            <a:r>
              <a:rPr lang="en-US" sz="1400" b="1" spc="300" kern="0" dirty="0">
                <a:solidFill>
                  <a:schemeClr val="accent3"/>
                </a:solidFill>
              </a:rPr>
              <a:t>ENGLISH PRESENTATION  ·  UNIT 1</a:t>
            </a:r>
            <a:endParaRPr lang="en-US" sz="1400" dirty="0"/>
          </a:p>
        </p:txBody>
      </p:sp>
      <p:sp>
        <p:nvSpPr>
          <p:cNvPr id="3" name="Text 0"/>
          <p:cNvSpPr/>
          <p:nvPr>
            <p:ph idx="100" type="title" hasCustomPrompt="1"/>
          </p:nvPr>
        </p:nvSpPr>
        <p:spPr>
          <a:xfrm>
            <a:off x="640080" y="2240280"/>
            <a:ext cx="5852160" cy="1600200"/>
          </a:xfrm>
          <a:prstGeom prst="rect">
            <a:avLst/>
          </a:prstGeom>
          <a:noFill/>
          <a:ln/>
        </p:spPr>
        <p:txBody>
          <a:bodyPr wrap="square" lIns="0" tIns="0" rIns="0" bIns="0" rtlCol="0" anchor="t"/>
          <a:lstStyle/>
          <a:p>
            <a:pPr algn="l" indent="0" marL="0">
              <a:buNone/>
            </a:pPr>
            <a:r>
              <a:rPr lang="en-US" sz="4800" b="1" dirty="0">
                <a:solidFill>
                  <a:schemeClr val="bg1"/>
                </a:solidFill>
              </a:rPr>
              <a:t>My Dream Trip</a:t>
            </a:r>
            <a:endParaRPr lang="en-US" sz="4800" dirty="0"/>
          </a:p>
          <a:p>
            <a:pPr algn="l" indent="0" marL="0">
              <a:buNone/>
            </a:pPr>
            <a:r>
              <a:rPr lang="en-US" sz="4800" b="1" dirty="0">
                <a:solidFill>
                  <a:schemeClr val="bg1"/>
                </a:solidFill>
              </a:rPr>
              <a:t>Around </a:t>
            </a:r>
            <a:pPr algn="l" indent="0" marL="0">
              <a:buNone/>
            </a:pPr>
            <a:r>
              <a:rPr lang="en-US" sz="4800" b="1" dirty="0">
                <a:solidFill>
                  <a:schemeClr val="accent1"/>
                </a:solidFill>
              </a:rPr>
              <a:t>Australia</a:t>
            </a:r>
            <a:endParaRPr lang="en-US" sz="4800" dirty="0"/>
          </a:p>
        </p:txBody>
      </p:sp>
      <p:sp>
        <p:nvSpPr>
          <p:cNvPr id="4" name="Text 0"/>
          <p:cNvSpPr/>
          <p:nvPr>
            <p:ph idx="101" type="body" hasCustomPrompt="1"/>
          </p:nvPr>
        </p:nvSpPr>
        <p:spPr>
          <a:xfrm>
            <a:off x="640080" y="4069080"/>
            <a:ext cx="5669280" cy="457200"/>
          </a:xfrm>
          <a:prstGeom prst="rect">
            <a:avLst/>
          </a:prstGeom>
          <a:noFill/>
          <a:ln/>
        </p:spPr>
        <p:txBody>
          <a:bodyPr wrap="square" lIns="0" tIns="0" rIns="0" bIns="0" rtlCol="0" anchor="ctr"/>
          <a:lstStyle/>
          <a:p>
            <a:pPr indent="0" marL="0">
              <a:buNone/>
            </a:pPr>
            <a:r>
              <a:rPr lang="en-US" sz="2000" dirty="0">
                <a:solidFill>
                  <a:schemeClr val="accent3"/>
                </a:solidFill>
              </a:rPr>
              <a:t>3 weeks  ·  4 places  ·  1 big adventure</a:t>
            </a:r>
            <a:endParaRPr lang="en-US" sz="2000" dirty="0"/>
          </a:p>
        </p:txBody>
      </p:sp>
      <p:sp>
        <p:nvSpPr>
          <p:cNvPr id="5" name="Text 0"/>
          <p:cNvSpPr/>
          <p:nvPr>
            <p:ph idx="102" type="body" hasCustomPrompt="1"/>
          </p:nvPr>
        </p:nvSpPr>
        <p:spPr>
          <a:xfrm>
            <a:off x="640080" y="4617720"/>
            <a:ext cx="5669280" cy="411480"/>
          </a:xfrm>
          <a:prstGeom prst="rect">
            <a:avLst/>
          </a:prstGeom>
          <a:noFill/>
          <a:ln/>
        </p:spPr>
        <p:txBody>
          <a:bodyPr wrap="square" lIns="0" tIns="0" rIns="0" bIns="0" rtlCol="0" anchor="ctr"/>
          <a:lstStyle/>
          <a:p>
            <a:pPr indent="0" marL="0">
              <a:buNone/>
            </a:pPr>
            <a:r>
              <a:rPr lang="en-US" sz="1600" dirty="0">
                <a:solidFill>
                  <a:schemeClr val="bg2"/>
                </a:solidFill>
              </a:rPr>
              <a:t>by Name &amp; Name</a:t>
            </a:r>
            <a:endParaRPr lang="en-US" sz="1600" dirty="0"/>
          </a:p>
        </p:txBody>
      </p:sp>
      <p:pic>
        <p:nvPicPr>
          <p:cNvPr id="6" name="Map of Australia with route" descr="preencoded.png">    </p:cNvPr>
          <p:cNvPicPr>
            <a:picLocks noChangeAspect="1"/>
          </p:cNvPicPr>
          <p:nvPr/>
        </p:nvPicPr>
        <p:blipFill>
          <a:blip r:embed="rId1"/>
          <a:stretch>
            <a:fillRect/>
          </a:stretch>
        </p:blipFill>
        <p:spPr>
          <a:xfrm>
            <a:off x="6438637" y="1051560"/>
            <a:ext cx="5044966" cy="4754880"/>
          </a:xfrm>
          <a:prstGeom prst="rect">
            <a:avLst/>
          </a:prstGeom>
        </p:spPr>
      </p:pic>
      <p:sp>
        <p:nvSpPr>
          <p:cNvPr id="7" name="Pin 1"/>
          <p:cNvSpPr/>
          <p:nvPr/>
        </p:nvSpPr>
        <p:spPr>
          <a:xfrm>
            <a:off x="10803790" y="4270007"/>
            <a:ext cx="384048" cy="384048"/>
          </a:xfrm>
          <a:prstGeom prst="ellipse">
            <a:avLst/>
          </a:prstGeom>
          <a:solidFill>
            <a:schemeClr val="bg1"/>
          </a:solidFill>
          <a:ln w="31750">
            <a:solidFill>
              <a:schemeClr val="accent5"/>
            </a:solidFill>
            <a:prstDash val="solid"/>
          </a:ln>
          <a:effectLst>
            <a:outerShdw sx="100000" sy="100000" kx="0" ky="0" algn="bl" rotWithShape="0" blurRad="127000" dist="38100" dir="5400000">
              <a:srgbClr val="000000">
                <a:alpha val="14000"/>
              </a:srgbClr>
            </a:outerShdw>
          </a:effectLst>
        </p:spPr>
      </p:sp>
      <p:sp>
        <p:nvSpPr>
          <p:cNvPr id="8" name="Text 5"/>
          <p:cNvSpPr txBox="1"/>
          <p:nvPr/>
        </p:nvSpPr>
        <p:spPr>
          <a:xfrm>
            <a:off x="10803790" y="4270007"/>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9" name="Pin 2"/>
          <p:cNvSpPr/>
          <p:nvPr/>
        </p:nvSpPr>
        <p:spPr>
          <a:xfrm>
            <a:off x="10409763" y="1911863"/>
            <a:ext cx="384048" cy="384048"/>
          </a:xfrm>
          <a:prstGeom prst="ellipse">
            <a:avLst/>
          </a:prstGeom>
          <a:solidFill>
            <a:schemeClr val="bg1"/>
          </a:solidFill>
          <a:ln w="31750">
            <a:solidFill>
              <a:schemeClr val="accent2"/>
            </a:solidFill>
            <a:prstDash val="solid"/>
          </a:ln>
          <a:effectLst>
            <a:outerShdw sx="100000" sy="100000" kx="0" ky="0" algn="bl" rotWithShape="0" blurRad="127000" dist="38100" dir="5400000">
              <a:srgbClr val="000000">
                <a:alpha val="14000"/>
              </a:srgbClr>
            </a:outerShdw>
          </a:effectLst>
        </p:spPr>
      </p:sp>
      <p:sp>
        <p:nvSpPr>
          <p:cNvPr id="10" name="Text 7"/>
          <p:cNvSpPr txBox="1"/>
          <p:nvPr/>
        </p:nvSpPr>
        <p:spPr>
          <a:xfrm>
            <a:off x="10409763" y="1911863"/>
            <a:ext cx="384048" cy="384048"/>
          </a:xfrm>
          <a:prstGeom prst="rect">
            <a:avLst/>
          </a:prstGeom>
          <a:noFill/>
          <a:ln/>
        </p:spPr>
        <p:txBody>
          <a:bodyPr wrap="square" lIns="0" tIns="0" rIns="0" bIns="0" rtlCol="0" anchor="ctr"/>
          <a:lstStyle/>
          <a:p>
            <a:pPr algn="ctr" indent="0" marL="0">
              <a:buNone/>
            </a:pPr>
            <a:r>
              <a:rPr lang="en-US" sz="1400" b="1" dirty="0">
                <a:solidFill>
                  <a:schemeClr val="accent2"/>
                </a:solidFill>
              </a:rPr>
              <a:t>2</a:t>
            </a:r>
            <a:endParaRPr lang="en-US" sz="1400" dirty="0"/>
          </a:p>
        </p:txBody>
      </p:sp>
      <p:sp>
        <p:nvSpPr>
          <p:cNvPr id="11" name="Pin 3"/>
          <p:cNvSpPr/>
          <p:nvPr/>
        </p:nvSpPr>
        <p:spPr>
          <a:xfrm>
            <a:off x="8505344" y="2988446"/>
            <a:ext cx="384048" cy="384048"/>
          </a:xfrm>
          <a:prstGeom prst="ellipse">
            <a:avLst/>
          </a:prstGeom>
          <a:solidFill>
            <a:schemeClr val="bg1"/>
          </a:solidFill>
          <a:ln w="31750">
            <a:solidFill>
              <a:schemeClr val="accent1"/>
            </a:solidFill>
            <a:prstDash val="solid"/>
          </a:ln>
          <a:effectLst>
            <a:outerShdw sx="100000" sy="100000" kx="0" ky="0" algn="bl" rotWithShape="0" blurRad="127000" dist="38100" dir="5400000">
              <a:srgbClr val="000000">
                <a:alpha val="14000"/>
              </a:srgbClr>
            </a:outerShdw>
          </a:effectLst>
        </p:spPr>
      </p:sp>
      <p:sp>
        <p:nvSpPr>
          <p:cNvPr id="12" name="Text 9"/>
          <p:cNvSpPr txBox="1"/>
          <p:nvPr/>
        </p:nvSpPr>
        <p:spPr>
          <a:xfrm>
            <a:off x="8505344" y="2988446"/>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3" name="Pin 4"/>
          <p:cNvSpPr/>
          <p:nvPr/>
        </p:nvSpPr>
        <p:spPr>
          <a:xfrm>
            <a:off x="9846505" y="4829175"/>
            <a:ext cx="384048" cy="384048"/>
          </a:xfrm>
          <a:prstGeom prst="ellipse">
            <a:avLst/>
          </a:prstGeom>
          <a:solidFill>
            <a:schemeClr val="bg1"/>
          </a:solidFill>
          <a:ln w="31750">
            <a:solidFill>
              <a:schemeClr val="accent4"/>
            </a:solidFill>
            <a:prstDash val="solid"/>
          </a:ln>
          <a:effectLst>
            <a:outerShdw sx="100000" sy="100000" kx="0" ky="0" algn="bl" rotWithShape="0" blurRad="127000" dist="38100" dir="5400000">
              <a:srgbClr val="000000">
                <a:alpha val="14000"/>
              </a:srgbClr>
            </a:outerShdw>
          </a:effectLst>
        </p:spPr>
      </p:sp>
      <p:sp>
        <p:nvSpPr>
          <p:cNvPr id="14" name="Text 11"/>
          <p:cNvSpPr txBox="1"/>
          <p:nvPr/>
        </p:nvSpPr>
        <p:spPr>
          <a:xfrm>
            <a:off x="9846505" y="4829175"/>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Our Plan</a:t>
            </a:r>
            <a:endParaRPr lang="en-US" sz="3600" dirty="0"/>
          </a:p>
        </p:txBody>
      </p:sp>
      <p:sp>
        <p:nvSpPr>
          <p:cNvPr id="3" name="Plan card 1"/>
          <p:cNvSpPr/>
          <p:nvPr/>
        </p:nvSpPr>
        <p:spPr>
          <a:xfrm>
            <a:off x="548640" y="1508760"/>
            <a:ext cx="6309360" cy="1143000"/>
          </a:xfrm>
          <a:prstGeom prst="roundRect">
            <a:avLst>
              <a:gd name="adj" fmla="val 11200"/>
            </a:avLst>
          </a:prstGeom>
          <a:solidFill>
            <a:schemeClr val="bg2"/>
          </a:solidFill>
          <a:ln/>
        </p:spPr>
      </p:sp>
      <p:sp>
        <p:nvSpPr>
          <p:cNvPr id="4" name="Plan card 1 circle"/>
          <p:cNvSpPr/>
          <p:nvPr/>
        </p:nvSpPr>
        <p:spPr>
          <a:xfrm>
            <a:off x="777240" y="1755648"/>
            <a:ext cx="658368" cy="658368"/>
          </a:xfrm>
          <a:prstGeom prst="ellipse">
            <a:avLst/>
          </a:prstGeom>
          <a:solidFill>
            <a:schemeClr val="accent5"/>
          </a:solidFill>
          <a:ln/>
        </p:spPr>
      </p:sp>
      <p:pic>
        <p:nvPicPr>
          <p:cNvPr id="5" name="Plan card 1 icon" descr="preencoded.png">    </p:cNvPr>
          <p:cNvPicPr>
            <a:picLocks noChangeAspect="1"/>
          </p:cNvPicPr>
          <p:nvPr/>
        </p:nvPicPr>
        <p:blipFill>
          <a:blip r:embed="rId1"/>
          <a:stretch>
            <a:fillRect/>
          </a:stretch>
        </p:blipFill>
        <p:spPr>
          <a:xfrm>
            <a:off x="928665" y="1907073"/>
            <a:ext cx="355519" cy="355519"/>
          </a:xfrm>
          <a:prstGeom prst="rect">
            <a:avLst/>
          </a:prstGeom>
        </p:spPr>
      </p:pic>
      <p:sp>
        <p:nvSpPr>
          <p:cNvPr id="6" name="Text 3"/>
          <p:cNvSpPr txBox="1"/>
          <p:nvPr/>
        </p:nvSpPr>
        <p:spPr>
          <a:xfrm>
            <a:off x="1645920" y="1581912"/>
            <a:ext cx="5029200" cy="996696"/>
          </a:xfrm>
          <a:prstGeom prst="rect">
            <a:avLst/>
          </a:prstGeom>
          <a:noFill/>
          <a:ln/>
        </p:spPr>
        <p:txBody>
          <a:bodyPr wrap="square" lIns="0" tIns="0" rIns="0" bIns="0" rtlCol="0" anchor="ctr"/>
          <a:lstStyle/>
          <a:p>
            <a:pPr indent="0" marL="0">
              <a:buNone/>
            </a:pPr>
            <a:r>
              <a:rPr lang="en-US" sz="1800" b="1" dirty="0">
                <a:solidFill>
                  <a:schemeClr val="accent1"/>
                </a:solidFill>
              </a:rPr>
              <a:t>If we had</a:t>
            </a:r>
            <a:pPr indent="0" marL="0">
              <a:buNone/>
            </a:pPr>
            <a:r>
              <a:rPr lang="en-US" sz="1800" dirty="0">
                <a:solidFill>
                  <a:schemeClr val="tx1"/>
                </a:solidFill>
              </a:rPr>
              <a:t> three weeks of holidays, we </a:t>
            </a:r>
            <a:pPr indent="0" marL="0">
              <a:buNone/>
            </a:pPr>
            <a:r>
              <a:rPr lang="en-US" sz="1800" b="1" dirty="0">
                <a:solidFill>
                  <a:schemeClr val="tx1"/>
                </a:solidFill>
              </a:rPr>
              <a:t>would travel</a:t>
            </a:r>
            <a:pPr indent="0" marL="0">
              <a:buNone/>
            </a:pPr>
            <a:r>
              <a:rPr lang="en-US" sz="1800" dirty="0">
                <a:solidFill>
                  <a:schemeClr val="tx1"/>
                </a:solidFill>
              </a:rPr>
              <a:t> all around Australia.</a:t>
            </a:r>
            <a:endParaRPr lang="en-US" sz="1800" dirty="0"/>
          </a:p>
        </p:txBody>
      </p:sp>
      <p:sp>
        <p:nvSpPr>
          <p:cNvPr id="7" name="Plan card 2"/>
          <p:cNvSpPr/>
          <p:nvPr/>
        </p:nvSpPr>
        <p:spPr>
          <a:xfrm>
            <a:off x="548640" y="2834640"/>
            <a:ext cx="6309360" cy="1143000"/>
          </a:xfrm>
          <a:prstGeom prst="roundRect">
            <a:avLst>
              <a:gd name="adj" fmla="val 11200"/>
            </a:avLst>
          </a:prstGeom>
          <a:solidFill>
            <a:schemeClr val="bg2"/>
          </a:solidFill>
          <a:ln/>
        </p:spPr>
      </p:sp>
      <p:sp>
        <p:nvSpPr>
          <p:cNvPr id="8" name="Plan card 2 circle"/>
          <p:cNvSpPr/>
          <p:nvPr/>
        </p:nvSpPr>
        <p:spPr>
          <a:xfrm>
            <a:off x="777240" y="3081528"/>
            <a:ext cx="658368" cy="658368"/>
          </a:xfrm>
          <a:prstGeom prst="ellipse">
            <a:avLst/>
          </a:prstGeom>
          <a:solidFill>
            <a:schemeClr val="accent3"/>
          </a:solidFill>
          <a:ln/>
        </p:spPr>
      </p:sp>
      <p:pic>
        <p:nvPicPr>
          <p:cNvPr id="9" name="Plan card 2 icon" descr="preencoded.png">    </p:cNvPr>
          <p:cNvPicPr>
            <a:picLocks noChangeAspect="1"/>
          </p:cNvPicPr>
          <p:nvPr/>
        </p:nvPicPr>
        <p:blipFill>
          <a:blip r:embed="rId2"/>
          <a:stretch>
            <a:fillRect/>
          </a:stretch>
        </p:blipFill>
        <p:spPr>
          <a:xfrm>
            <a:off x="928665" y="3232953"/>
            <a:ext cx="355519" cy="355519"/>
          </a:xfrm>
          <a:prstGeom prst="rect">
            <a:avLst/>
          </a:prstGeom>
        </p:spPr>
      </p:pic>
      <p:sp>
        <p:nvSpPr>
          <p:cNvPr id="10" name="Text 6"/>
          <p:cNvSpPr txBox="1"/>
          <p:nvPr/>
        </p:nvSpPr>
        <p:spPr>
          <a:xfrm>
            <a:off x="1645920" y="2907792"/>
            <a:ext cx="5029200" cy="996696"/>
          </a:xfrm>
          <a:prstGeom prst="rect">
            <a:avLst/>
          </a:prstGeom>
          <a:noFill/>
          <a:ln/>
        </p:spPr>
        <p:txBody>
          <a:bodyPr wrap="square" lIns="0" tIns="0" rIns="0" bIns="0" rtlCol="0" anchor="ctr"/>
          <a:lstStyle/>
          <a:p>
            <a:pPr indent="0" marL="0">
              <a:buNone/>
            </a:pPr>
            <a:r>
              <a:rPr lang="en-US" sz="1800" b="1" dirty="0">
                <a:solidFill>
                  <a:schemeClr val="accent1"/>
                </a:solidFill>
              </a:rPr>
              <a:t>If we went</a:t>
            </a:r>
            <a:pPr indent="0" marL="0">
              <a:buNone/>
            </a:pPr>
            <a:r>
              <a:rPr lang="en-US" sz="1800" dirty="0">
                <a:solidFill>
                  <a:schemeClr val="tx1"/>
                </a:solidFill>
              </a:rPr>
              <a:t> in September, it </a:t>
            </a:r>
            <a:pPr indent="0" marL="0">
              <a:buNone/>
            </a:pPr>
            <a:r>
              <a:rPr lang="en-US" sz="1800" b="1" dirty="0">
                <a:solidFill>
                  <a:schemeClr val="tx1"/>
                </a:solidFill>
              </a:rPr>
              <a:t>would be</a:t>
            </a:r>
            <a:pPr indent="0" marL="0">
              <a:buNone/>
            </a:pPr>
            <a:r>
              <a:rPr lang="en-US" sz="1800" dirty="0">
                <a:solidFill>
                  <a:schemeClr val="tx1"/>
                </a:solidFill>
              </a:rPr>
              <a:t> warm in the north and mild in the south.</a:t>
            </a:r>
            <a:endParaRPr lang="en-US" sz="1800" dirty="0"/>
          </a:p>
        </p:txBody>
      </p:sp>
      <p:sp>
        <p:nvSpPr>
          <p:cNvPr id="11" name="Plan card 3"/>
          <p:cNvSpPr/>
          <p:nvPr/>
        </p:nvSpPr>
        <p:spPr>
          <a:xfrm>
            <a:off x="548640" y="4160520"/>
            <a:ext cx="6309360" cy="1143000"/>
          </a:xfrm>
          <a:prstGeom prst="roundRect">
            <a:avLst>
              <a:gd name="adj" fmla="val 11200"/>
            </a:avLst>
          </a:prstGeom>
          <a:solidFill>
            <a:schemeClr val="bg2"/>
          </a:solidFill>
          <a:ln/>
        </p:spPr>
      </p:sp>
      <p:sp>
        <p:nvSpPr>
          <p:cNvPr id="12" name="Plan card 3 circle"/>
          <p:cNvSpPr/>
          <p:nvPr/>
        </p:nvSpPr>
        <p:spPr>
          <a:xfrm>
            <a:off x="777240" y="4407408"/>
            <a:ext cx="658368" cy="658368"/>
          </a:xfrm>
          <a:prstGeom prst="ellipse">
            <a:avLst/>
          </a:prstGeom>
          <a:solidFill>
            <a:schemeClr val="accent1"/>
          </a:solidFill>
          <a:ln/>
        </p:spPr>
      </p:sp>
      <p:pic>
        <p:nvPicPr>
          <p:cNvPr id="13" name="Plan card 3 icon" descr="preencoded.png">    </p:cNvPr>
          <p:cNvPicPr>
            <a:picLocks noChangeAspect="1"/>
          </p:cNvPicPr>
          <p:nvPr/>
        </p:nvPicPr>
        <p:blipFill>
          <a:blip r:embed="rId3"/>
          <a:stretch>
            <a:fillRect/>
          </a:stretch>
        </p:blipFill>
        <p:spPr>
          <a:xfrm>
            <a:off x="928665" y="4558833"/>
            <a:ext cx="355519" cy="355519"/>
          </a:xfrm>
          <a:prstGeom prst="rect">
            <a:avLst/>
          </a:prstGeom>
        </p:spPr>
      </p:pic>
      <p:sp>
        <p:nvSpPr>
          <p:cNvPr id="14" name="Text 9"/>
          <p:cNvSpPr txBox="1"/>
          <p:nvPr/>
        </p:nvSpPr>
        <p:spPr>
          <a:xfrm>
            <a:off x="1645920" y="4233672"/>
            <a:ext cx="5029200" cy="996696"/>
          </a:xfrm>
          <a:prstGeom prst="rect">
            <a:avLst/>
          </a:prstGeom>
          <a:noFill/>
          <a:ln/>
        </p:spPr>
        <p:txBody>
          <a:bodyPr wrap="square" lIns="0" tIns="0" rIns="0" bIns="0" rtlCol="0" anchor="ctr"/>
          <a:lstStyle/>
          <a:p>
            <a:pPr indent="0" marL="0">
              <a:buNone/>
            </a:pPr>
            <a:r>
              <a:rPr lang="en-US" sz="1800" b="1" dirty="0">
                <a:solidFill>
                  <a:schemeClr val="accent1"/>
                </a:solidFill>
              </a:rPr>
              <a:t>If we saw</a:t>
            </a:r>
            <a:pPr indent="0" marL="0">
              <a:buNone/>
            </a:pPr>
            <a:r>
              <a:rPr lang="en-US" sz="1800" dirty="0">
                <a:solidFill>
                  <a:schemeClr val="tx1"/>
                </a:solidFill>
              </a:rPr>
              <a:t> a kangaroo, we </a:t>
            </a:r>
            <a:pPr indent="0" marL="0">
              <a:buNone/>
            </a:pPr>
            <a:r>
              <a:rPr lang="en-US" sz="1800" b="1" dirty="0">
                <a:solidFill>
                  <a:schemeClr val="tx1"/>
                </a:solidFill>
              </a:rPr>
              <a:t>would take</a:t>
            </a:r>
            <a:pPr indent="0" marL="0">
              <a:buNone/>
            </a:pPr>
            <a:r>
              <a:rPr lang="en-US" sz="1800" dirty="0">
                <a:solidFill>
                  <a:schemeClr val="tx1"/>
                </a:solidFill>
              </a:rPr>
              <a:t> a selfie with it!</a:t>
            </a:r>
            <a:endParaRPr lang="en-US" sz="1800" dirty="0"/>
          </a:p>
        </p:txBody>
      </p:sp>
      <p:sp>
        <p:nvSpPr>
          <p:cNvPr id="15" name="Text 10"/>
          <p:cNvSpPr txBox="1"/>
          <p:nvPr/>
        </p:nvSpPr>
        <p:spPr>
          <a:xfrm>
            <a:off x="548640" y="5486400"/>
            <a:ext cx="6309360" cy="365760"/>
          </a:xfrm>
          <a:prstGeom prst="rect">
            <a:avLst/>
          </a:prstGeom>
          <a:noFill/>
          <a:ln/>
        </p:spPr>
        <p:txBody>
          <a:bodyPr wrap="square" lIns="0" tIns="0" rIns="0" bIns="0" rtlCol="0" anchor="ctr"/>
          <a:lstStyle/>
          <a:p>
            <a:pPr indent="0" marL="0">
              <a:buNone/>
            </a:pPr>
            <a:r>
              <a:rPr lang="en-US" sz="1200" b="1" dirty="0">
                <a:solidFill>
                  <a:srgbClr val="5F6B68"/>
                </a:solidFill>
              </a:rPr>
              <a:t>Conditional type 2:  </a:t>
            </a:r>
            <a:pPr indent="0" marL="0">
              <a:buNone/>
            </a:pPr>
            <a:r>
              <a:rPr lang="en-US" sz="1200" b="1" dirty="0">
                <a:solidFill>
                  <a:schemeClr val="accent1"/>
                </a:solidFill>
              </a:rPr>
              <a:t>if</a:t>
            </a:r>
            <a:pPr indent="0" marL="0">
              <a:buNone/>
            </a:pPr>
            <a:r>
              <a:rPr lang="en-US" sz="1200" dirty="0">
                <a:solidFill>
                  <a:srgbClr val="5F6B68"/>
                </a:solidFill>
              </a:rPr>
              <a:t> + simple past  →  </a:t>
            </a:r>
            <a:pPr indent="0" marL="0">
              <a:buNone/>
            </a:pPr>
            <a:r>
              <a:rPr lang="en-US" sz="1200" b="1" dirty="0">
                <a:solidFill>
                  <a:srgbClr val="5F6B68"/>
                </a:solidFill>
              </a:rPr>
              <a:t>would</a:t>
            </a:r>
            <a:pPr indent="0" marL="0">
              <a:buNone/>
            </a:pPr>
            <a:r>
              <a:rPr lang="en-US" sz="1200" dirty="0">
                <a:solidFill>
                  <a:srgbClr val="5F6B68"/>
                </a:solidFill>
              </a:rPr>
              <a:t> + infinitive</a:t>
            </a:r>
            <a:endParaRPr lang="en-US" sz="1200" dirty="0"/>
          </a:p>
        </p:txBody>
      </p:sp>
      <p:sp>
        <p:nvSpPr>
          <p:cNvPr id="16" name="Key number 1"/>
          <p:cNvSpPr/>
          <p:nvPr/>
        </p:nvSpPr>
        <p:spPr>
          <a:xfrm>
            <a:off x="7223760" y="1508760"/>
            <a:ext cx="2103120" cy="1892808"/>
          </a:xfrm>
          <a:prstGeom prst="roundRect">
            <a:avLst>
              <a:gd name="adj" fmla="val 6763"/>
            </a:avLst>
          </a:prstGeom>
          <a:solidFill>
            <a:schemeClr val="tx2"/>
          </a:solidFill>
          <a:ln/>
          <a:effectLst>
            <a:outerShdw sx="100000" sy="100000" kx="0" ky="0" algn="bl" rotWithShape="0" blurRad="127000" dist="38100" dir="5400000">
              <a:srgbClr val="000000">
                <a:alpha val="14000"/>
              </a:srgbClr>
            </a:outerShdw>
          </a:effectLst>
        </p:spPr>
      </p:sp>
      <p:sp>
        <p:nvSpPr>
          <p:cNvPr id="17" name="Text 12"/>
          <p:cNvSpPr txBox="1"/>
          <p:nvPr/>
        </p:nvSpPr>
        <p:spPr>
          <a:xfrm>
            <a:off x="7406640" y="1828800"/>
            <a:ext cx="1737360" cy="731520"/>
          </a:xfrm>
          <a:prstGeom prst="rect">
            <a:avLst/>
          </a:prstGeom>
          <a:noFill/>
          <a:ln/>
        </p:spPr>
        <p:txBody>
          <a:bodyPr wrap="square" lIns="0" tIns="0" rIns="0" bIns="0" rtlCol="0" anchor="ctr"/>
          <a:lstStyle/>
          <a:p>
            <a:pPr indent="0" marL="0">
              <a:buNone/>
            </a:pPr>
            <a:r>
              <a:rPr lang="en-US" sz="4000" b="1" dirty="0">
                <a:solidFill>
                  <a:schemeClr val="accent3"/>
                </a:solidFill>
              </a:rPr>
              <a:t>21</a:t>
            </a:r>
            <a:endParaRPr lang="en-US" sz="4000" dirty="0"/>
          </a:p>
        </p:txBody>
      </p:sp>
      <p:sp>
        <p:nvSpPr>
          <p:cNvPr id="18" name="Text 13"/>
          <p:cNvSpPr txBox="1"/>
          <p:nvPr/>
        </p:nvSpPr>
        <p:spPr>
          <a:xfrm>
            <a:off x="7406640" y="2606040"/>
            <a:ext cx="1737360" cy="548640"/>
          </a:xfrm>
          <a:prstGeom prst="rect">
            <a:avLst/>
          </a:prstGeom>
          <a:noFill/>
          <a:ln/>
        </p:spPr>
        <p:txBody>
          <a:bodyPr wrap="square" lIns="0" tIns="0" rIns="0" bIns="0" rtlCol="0" anchor="t"/>
          <a:lstStyle/>
          <a:p>
            <a:pPr indent="0" marL="0">
              <a:buNone/>
            </a:pPr>
            <a:r>
              <a:rPr lang="en-US" sz="1400" dirty="0">
                <a:solidFill>
                  <a:schemeClr val="bg1"/>
                </a:solidFill>
              </a:rPr>
              <a:t>days of travelling</a:t>
            </a:r>
            <a:endParaRPr lang="en-US" sz="1400" dirty="0"/>
          </a:p>
        </p:txBody>
      </p:sp>
      <p:sp>
        <p:nvSpPr>
          <p:cNvPr id="19" name="Key number 2"/>
          <p:cNvSpPr/>
          <p:nvPr/>
        </p:nvSpPr>
        <p:spPr>
          <a:xfrm>
            <a:off x="9537192" y="1508760"/>
            <a:ext cx="2103120" cy="1892808"/>
          </a:xfrm>
          <a:prstGeom prst="roundRect">
            <a:avLst>
              <a:gd name="adj" fmla="val 6763"/>
            </a:avLst>
          </a:prstGeom>
          <a:solidFill>
            <a:schemeClr val="tx2"/>
          </a:solidFill>
          <a:ln/>
          <a:effectLst>
            <a:outerShdw sx="100000" sy="100000" kx="0" ky="0" algn="bl" rotWithShape="0" blurRad="127000" dist="38100" dir="5400000">
              <a:srgbClr val="000000">
                <a:alpha val="14000"/>
              </a:srgbClr>
            </a:outerShdw>
          </a:effectLst>
        </p:spPr>
      </p:sp>
      <p:sp>
        <p:nvSpPr>
          <p:cNvPr id="20" name="Text 15"/>
          <p:cNvSpPr txBox="1"/>
          <p:nvPr/>
        </p:nvSpPr>
        <p:spPr>
          <a:xfrm>
            <a:off x="9720072" y="1828800"/>
            <a:ext cx="1737360" cy="731520"/>
          </a:xfrm>
          <a:prstGeom prst="rect">
            <a:avLst/>
          </a:prstGeom>
          <a:noFill/>
          <a:ln/>
        </p:spPr>
        <p:txBody>
          <a:bodyPr wrap="square" lIns="0" tIns="0" rIns="0" bIns="0" rtlCol="0" anchor="ctr"/>
          <a:lstStyle/>
          <a:p>
            <a:pPr indent="0" marL="0">
              <a:buNone/>
            </a:pPr>
            <a:r>
              <a:rPr lang="en-US" sz="4000" b="1" dirty="0">
                <a:solidFill>
                  <a:schemeClr val="accent3"/>
                </a:solidFill>
              </a:rPr>
              <a:t>4</a:t>
            </a:r>
            <a:endParaRPr lang="en-US" sz="4000" dirty="0"/>
          </a:p>
        </p:txBody>
      </p:sp>
      <p:sp>
        <p:nvSpPr>
          <p:cNvPr id="21" name="Text 16"/>
          <p:cNvSpPr txBox="1"/>
          <p:nvPr/>
        </p:nvSpPr>
        <p:spPr>
          <a:xfrm>
            <a:off x="9720072" y="2606040"/>
            <a:ext cx="1737360" cy="548640"/>
          </a:xfrm>
          <a:prstGeom prst="rect">
            <a:avLst/>
          </a:prstGeom>
          <a:noFill/>
          <a:ln/>
        </p:spPr>
        <p:txBody>
          <a:bodyPr wrap="square" lIns="0" tIns="0" rIns="0" bIns="0" rtlCol="0" anchor="t"/>
          <a:lstStyle/>
          <a:p>
            <a:pPr indent="0" marL="0">
              <a:buNone/>
            </a:pPr>
            <a:r>
              <a:rPr lang="en-US" sz="1400" dirty="0">
                <a:solidFill>
                  <a:schemeClr val="bg1"/>
                </a:solidFill>
              </a:rPr>
              <a:t>amazing places</a:t>
            </a:r>
            <a:endParaRPr lang="en-US" sz="1400" dirty="0"/>
          </a:p>
        </p:txBody>
      </p:sp>
      <p:sp>
        <p:nvSpPr>
          <p:cNvPr id="22" name="Key number 3"/>
          <p:cNvSpPr/>
          <p:nvPr/>
        </p:nvSpPr>
        <p:spPr>
          <a:xfrm>
            <a:off x="7223760" y="3611880"/>
            <a:ext cx="2103120" cy="1892808"/>
          </a:xfrm>
          <a:prstGeom prst="roundRect">
            <a:avLst>
              <a:gd name="adj" fmla="val 6763"/>
            </a:avLst>
          </a:prstGeom>
          <a:solidFill>
            <a:schemeClr val="tx2"/>
          </a:solidFill>
          <a:ln/>
          <a:effectLst>
            <a:outerShdw sx="100000" sy="100000" kx="0" ky="0" algn="bl" rotWithShape="0" blurRad="127000" dist="38100" dir="5400000">
              <a:srgbClr val="000000">
                <a:alpha val="14000"/>
              </a:srgbClr>
            </a:outerShdw>
          </a:effectLst>
        </p:spPr>
      </p:sp>
      <p:sp>
        <p:nvSpPr>
          <p:cNvPr id="23" name="Text 18"/>
          <p:cNvSpPr txBox="1"/>
          <p:nvPr/>
        </p:nvSpPr>
        <p:spPr>
          <a:xfrm>
            <a:off x="7406640" y="3931920"/>
            <a:ext cx="1737360" cy="731520"/>
          </a:xfrm>
          <a:prstGeom prst="rect">
            <a:avLst/>
          </a:prstGeom>
          <a:noFill/>
          <a:ln/>
        </p:spPr>
        <p:txBody>
          <a:bodyPr wrap="square" lIns="0" tIns="0" rIns="0" bIns="0" rtlCol="0" anchor="ctr"/>
          <a:lstStyle/>
          <a:p>
            <a:pPr indent="0" marL="0">
              <a:buNone/>
            </a:pPr>
            <a:r>
              <a:rPr lang="en-US" sz="4000" b="1" dirty="0">
                <a:solidFill>
                  <a:schemeClr val="accent3"/>
                </a:solidFill>
              </a:rPr>
              <a:t>16,500</a:t>
            </a:r>
            <a:endParaRPr lang="en-US" sz="4000" dirty="0"/>
          </a:p>
        </p:txBody>
      </p:sp>
      <p:sp>
        <p:nvSpPr>
          <p:cNvPr id="24" name="Text 19"/>
          <p:cNvSpPr txBox="1"/>
          <p:nvPr/>
        </p:nvSpPr>
        <p:spPr>
          <a:xfrm>
            <a:off x="7406640" y="4709160"/>
            <a:ext cx="1737360" cy="548640"/>
          </a:xfrm>
          <a:prstGeom prst="rect">
            <a:avLst/>
          </a:prstGeom>
          <a:noFill/>
          <a:ln/>
        </p:spPr>
        <p:txBody>
          <a:bodyPr wrap="square" lIns="0" tIns="0" rIns="0" bIns="0" rtlCol="0" anchor="t"/>
          <a:lstStyle/>
          <a:p>
            <a:pPr indent="0" marL="0">
              <a:buNone/>
            </a:pPr>
            <a:r>
              <a:rPr lang="en-US" sz="1400" dirty="0">
                <a:solidFill>
                  <a:schemeClr val="bg1"/>
                </a:solidFill>
              </a:rPr>
              <a:t>km away from Germany</a:t>
            </a:r>
            <a:endParaRPr lang="en-US" sz="1400" dirty="0"/>
          </a:p>
        </p:txBody>
      </p:sp>
      <p:sp>
        <p:nvSpPr>
          <p:cNvPr id="25" name="Key number 4"/>
          <p:cNvSpPr/>
          <p:nvPr/>
        </p:nvSpPr>
        <p:spPr>
          <a:xfrm>
            <a:off x="9537192" y="3611880"/>
            <a:ext cx="2103120" cy="1892808"/>
          </a:xfrm>
          <a:prstGeom prst="roundRect">
            <a:avLst>
              <a:gd name="adj" fmla="val 6763"/>
            </a:avLst>
          </a:prstGeom>
          <a:solidFill>
            <a:schemeClr val="tx2"/>
          </a:solidFill>
          <a:ln/>
          <a:effectLst>
            <a:outerShdw sx="100000" sy="100000" kx="0" ky="0" algn="bl" rotWithShape="0" blurRad="127000" dist="38100" dir="5400000">
              <a:srgbClr val="000000">
                <a:alpha val="14000"/>
              </a:srgbClr>
            </a:outerShdw>
          </a:effectLst>
        </p:spPr>
      </p:sp>
      <p:sp>
        <p:nvSpPr>
          <p:cNvPr id="26" name="Text 21"/>
          <p:cNvSpPr txBox="1"/>
          <p:nvPr/>
        </p:nvSpPr>
        <p:spPr>
          <a:xfrm>
            <a:off x="9720072" y="3931920"/>
            <a:ext cx="1737360" cy="731520"/>
          </a:xfrm>
          <a:prstGeom prst="rect">
            <a:avLst/>
          </a:prstGeom>
          <a:noFill/>
          <a:ln/>
        </p:spPr>
        <p:txBody>
          <a:bodyPr wrap="square" lIns="0" tIns="0" rIns="0" bIns="0" rtlCol="0" anchor="ctr"/>
          <a:lstStyle/>
          <a:p>
            <a:pPr indent="0" marL="0">
              <a:buNone/>
            </a:pPr>
            <a:r>
              <a:rPr lang="en-US" sz="4000" b="1" dirty="0">
                <a:solidFill>
                  <a:schemeClr val="accent3"/>
                </a:solidFill>
              </a:rPr>
              <a:t>Sept.</a:t>
            </a:r>
            <a:endParaRPr lang="en-US" sz="4000" dirty="0"/>
          </a:p>
        </p:txBody>
      </p:sp>
      <p:sp>
        <p:nvSpPr>
          <p:cNvPr id="27" name="Text 22"/>
          <p:cNvSpPr txBox="1"/>
          <p:nvPr/>
        </p:nvSpPr>
        <p:spPr>
          <a:xfrm>
            <a:off x="9720072" y="4709160"/>
            <a:ext cx="1737360" cy="548640"/>
          </a:xfrm>
          <a:prstGeom prst="rect">
            <a:avLst/>
          </a:prstGeom>
          <a:noFill/>
          <a:ln/>
        </p:spPr>
        <p:txBody>
          <a:bodyPr wrap="square" lIns="0" tIns="0" rIns="0" bIns="0" rtlCol="0" anchor="t"/>
          <a:lstStyle/>
          <a:p>
            <a:pPr indent="0" marL="0">
              <a:buNone/>
            </a:pPr>
            <a:r>
              <a:rPr lang="en-US" sz="1400" dirty="0">
                <a:solidFill>
                  <a:schemeClr val="bg1"/>
                </a:solidFill>
              </a:rPr>
              <a:t>spring in Australia!</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Our Route – 21 Days</a:t>
            </a:r>
            <a:endParaRPr lang="en-US" sz="3600" dirty="0"/>
          </a:p>
        </p:txBody>
      </p:sp>
      <p:sp>
        <p:nvSpPr>
          <p:cNvPr id="3" name="Map frame (sea)"/>
          <p:cNvSpPr/>
          <p:nvPr/>
        </p:nvSpPr>
        <p:spPr>
          <a:xfrm>
            <a:off x="548640" y="1371600"/>
            <a:ext cx="6035040" cy="4800600"/>
          </a:xfrm>
          <a:prstGeom prst="roundRect">
            <a:avLst>
              <a:gd name="adj" fmla="val 3048"/>
            </a:avLst>
          </a:prstGeom>
          <a:solidFill>
            <a:schemeClr val="accent5">
              <a:alpha val="10000"/>
            </a:schemeClr>
          </a:solidFill>
          <a:ln/>
        </p:spPr>
      </p:sp>
      <p:pic>
        <p:nvPicPr>
          <p:cNvPr id="4" name="Route map" descr="preencoded.png">    </p:cNvPr>
          <p:cNvPicPr>
            <a:picLocks noChangeAspect="1"/>
          </p:cNvPicPr>
          <p:nvPr/>
        </p:nvPicPr>
        <p:blipFill>
          <a:blip r:embed="rId1"/>
          <a:stretch>
            <a:fillRect/>
          </a:stretch>
        </p:blipFill>
        <p:spPr>
          <a:xfrm>
            <a:off x="1310478" y="1463040"/>
            <a:ext cx="4511363" cy="4251960"/>
          </a:xfrm>
          <a:prstGeom prst="rect">
            <a:avLst/>
          </a:prstGeom>
        </p:spPr>
      </p:pic>
      <p:sp>
        <p:nvSpPr>
          <p:cNvPr id="5" name="Map pin 1"/>
          <p:cNvSpPr/>
          <p:nvPr/>
        </p:nvSpPr>
        <p:spPr>
          <a:xfrm>
            <a:off x="5184478" y="4311620"/>
            <a:ext cx="402336" cy="402336"/>
          </a:xfrm>
          <a:prstGeom prst="ellipse">
            <a:avLst/>
          </a:prstGeom>
          <a:solidFill>
            <a:schemeClr val="accent5"/>
          </a:solidFill>
          <a:ln w="25400">
            <a:solidFill>
              <a:schemeClr val="bg1"/>
            </a:solidFill>
            <a:prstDash val="solid"/>
          </a:ln>
          <a:effectLst>
            <a:outerShdw sx="100000" sy="100000" kx="0" ky="0" algn="bl" rotWithShape="0" blurRad="127000" dist="38100" dir="5400000">
              <a:srgbClr val="000000">
                <a:alpha val="14000"/>
              </a:srgbClr>
            </a:outerShdw>
          </a:effectLst>
        </p:spPr>
      </p:sp>
      <p:sp>
        <p:nvSpPr>
          <p:cNvPr id="6" name="Text 3"/>
          <p:cNvSpPr txBox="1"/>
          <p:nvPr/>
        </p:nvSpPr>
        <p:spPr>
          <a:xfrm>
            <a:off x="5184478" y="4311620"/>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Map label 1"/>
          <p:cNvSpPr txBox="1"/>
          <p:nvPr/>
        </p:nvSpPr>
        <p:spPr>
          <a:xfrm>
            <a:off x="4151206" y="4357340"/>
            <a:ext cx="1005840" cy="310896"/>
          </a:xfrm>
          <a:prstGeom prst="rect">
            <a:avLst/>
          </a:prstGeom>
          <a:noFill/>
          <a:ln/>
        </p:spPr>
        <p:txBody>
          <a:bodyPr wrap="square" lIns="0" tIns="0" rIns="0" bIns="0" rtlCol="0" anchor="ctr"/>
          <a:lstStyle/>
          <a:p>
            <a:pPr algn="r" indent="0" marL="0">
              <a:buNone/>
            </a:pPr>
            <a:r>
              <a:rPr lang="en-US" sz="1400" b="1" dirty="0">
                <a:solidFill>
                  <a:schemeClr val="tx2"/>
                </a:solidFill>
              </a:rPr>
              <a:t>Sydney</a:t>
            </a:r>
            <a:endParaRPr lang="en-US" sz="1400" dirty="0"/>
          </a:p>
        </p:txBody>
      </p:sp>
      <p:sp>
        <p:nvSpPr>
          <p:cNvPr id="8" name="Map pin 2"/>
          <p:cNvSpPr/>
          <p:nvPr/>
        </p:nvSpPr>
        <p:spPr>
          <a:xfrm>
            <a:off x="4832127" y="2202895"/>
            <a:ext cx="402336" cy="402336"/>
          </a:xfrm>
          <a:prstGeom prst="ellipse">
            <a:avLst/>
          </a:prstGeom>
          <a:solidFill>
            <a:schemeClr val="accent2"/>
          </a:solidFill>
          <a:ln w="25400">
            <a:solidFill>
              <a:schemeClr val="bg1"/>
            </a:solidFill>
            <a:prstDash val="solid"/>
          </a:ln>
          <a:effectLst>
            <a:outerShdw sx="100000" sy="100000" kx="0" ky="0" algn="bl" rotWithShape="0" blurRad="127000" dist="38100" dir="5400000">
              <a:srgbClr val="000000">
                <a:alpha val="14000"/>
              </a:srgbClr>
            </a:outerShdw>
          </a:effectLst>
        </p:spPr>
      </p:sp>
      <p:sp>
        <p:nvSpPr>
          <p:cNvPr id="9" name="Text 6"/>
          <p:cNvSpPr txBox="1"/>
          <p:nvPr/>
        </p:nvSpPr>
        <p:spPr>
          <a:xfrm>
            <a:off x="4832127" y="2202895"/>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Map label 2"/>
          <p:cNvSpPr txBox="1"/>
          <p:nvPr/>
        </p:nvSpPr>
        <p:spPr>
          <a:xfrm>
            <a:off x="2975895" y="2248615"/>
            <a:ext cx="1828800" cy="310896"/>
          </a:xfrm>
          <a:prstGeom prst="rect">
            <a:avLst/>
          </a:prstGeom>
          <a:noFill/>
          <a:ln/>
        </p:spPr>
        <p:txBody>
          <a:bodyPr wrap="square" lIns="0" tIns="0" rIns="0" bIns="0" rtlCol="0" anchor="ctr"/>
          <a:lstStyle/>
          <a:p>
            <a:pPr algn="r" indent="0" marL="0">
              <a:buNone/>
            </a:pPr>
            <a:r>
              <a:rPr lang="en-US" sz="1400" b="1" dirty="0">
                <a:solidFill>
                  <a:schemeClr val="tx2"/>
                </a:solidFill>
              </a:rPr>
              <a:t>Great Barrier Reef</a:t>
            </a:r>
            <a:endParaRPr lang="en-US" sz="1400" dirty="0"/>
          </a:p>
        </p:txBody>
      </p:sp>
      <p:sp>
        <p:nvSpPr>
          <p:cNvPr id="11" name="Map pin 3"/>
          <p:cNvSpPr/>
          <p:nvPr/>
        </p:nvSpPr>
        <p:spPr>
          <a:xfrm>
            <a:off x="3129136" y="3165609"/>
            <a:ext cx="402336" cy="402336"/>
          </a:xfrm>
          <a:prstGeom prst="ellipse">
            <a:avLst/>
          </a:prstGeom>
          <a:solidFill>
            <a:schemeClr val="accent1"/>
          </a:solidFill>
          <a:ln w="25400">
            <a:solidFill>
              <a:schemeClr val="bg1"/>
            </a:solidFill>
            <a:prstDash val="solid"/>
          </a:ln>
          <a:effectLst>
            <a:outerShdw sx="100000" sy="100000" kx="0" ky="0" algn="bl" rotWithShape="0" blurRad="127000" dist="38100" dir="5400000">
              <a:srgbClr val="000000">
                <a:alpha val="14000"/>
              </a:srgbClr>
            </a:outerShdw>
          </a:effectLst>
        </p:spPr>
      </p:sp>
      <p:sp>
        <p:nvSpPr>
          <p:cNvPr id="12" name="Text 9"/>
          <p:cNvSpPr txBox="1"/>
          <p:nvPr/>
        </p:nvSpPr>
        <p:spPr>
          <a:xfrm>
            <a:off x="3129136" y="3165609"/>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Map label 3"/>
          <p:cNvSpPr txBox="1"/>
          <p:nvPr/>
        </p:nvSpPr>
        <p:spPr>
          <a:xfrm>
            <a:off x="2781664" y="3604521"/>
            <a:ext cx="1097280" cy="310896"/>
          </a:xfrm>
          <a:prstGeom prst="rect">
            <a:avLst/>
          </a:prstGeom>
          <a:noFill/>
          <a:ln/>
        </p:spPr>
        <p:txBody>
          <a:bodyPr wrap="square" lIns="0" tIns="0" rIns="0" bIns="0" rtlCol="0" anchor="ctr"/>
          <a:lstStyle/>
          <a:p>
            <a:pPr algn="ctr" indent="0" marL="0">
              <a:buNone/>
            </a:pPr>
            <a:r>
              <a:rPr lang="en-US" sz="1400" b="1" dirty="0">
                <a:solidFill>
                  <a:schemeClr val="tx2"/>
                </a:solidFill>
              </a:rPr>
              <a:t>Uluru</a:t>
            </a:r>
            <a:endParaRPr lang="en-US" sz="1400" dirty="0"/>
          </a:p>
        </p:txBody>
      </p:sp>
      <p:sp>
        <p:nvSpPr>
          <p:cNvPr id="14" name="Map pin 4"/>
          <p:cNvSpPr/>
          <p:nvPr/>
        </p:nvSpPr>
        <p:spPr>
          <a:xfrm>
            <a:off x="4328445" y="4811645"/>
            <a:ext cx="402336" cy="402336"/>
          </a:xfrm>
          <a:prstGeom prst="ellipse">
            <a:avLst/>
          </a:prstGeom>
          <a:solidFill>
            <a:schemeClr val="accent4"/>
          </a:solidFill>
          <a:ln w="25400">
            <a:solidFill>
              <a:schemeClr val="bg1"/>
            </a:solidFill>
            <a:prstDash val="solid"/>
          </a:ln>
          <a:effectLst>
            <a:outerShdw sx="100000" sy="100000" kx="0" ky="0" algn="bl" rotWithShape="0" blurRad="127000" dist="38100" dir="5400000">
              <a:srgbClr val="000000">
                <a:alpha val="14000"/>
              </a:srgbClr>
            </a:outerShdw>
          </a:effectLst>
        </p:spPr>
      </p:sp>
      <p:sp>
        <p:nvSpPr>
          <p:cNvPr id="15" name="Text 12"/>
          <p:cNvSpPr txBox="1"/>
          <p:nvPr/>
        </p:nvSpPr>
        <p:spPr>
          <a:xfrm>
            <a:off x="4328445" y="4811645"/>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6" name="Map label 4"/>
          <p:cNvSpPr txBox="1"/>
          <p:nvPr/>
        </p:nvSpPr>
        <p:spPr>
          <a:xfrm>
            <a:off x="2152173" y="5031101"/>
            <a:ext cx="2148840" cy="310896"/>
          </a:xfrm>
          <a:prstGeom prst="rect">
            <a:avLst/>
          </a:prstGeom>
          <a:noFill/>
          <a:ln/>
        </p:spPr>
        <p:txBody>
          <a:bodyPr wrap="square" lIns="0" tIns="0" rIns="0" bIns="0" rtlCol="0" anchor="ctr"/>
          <a:lstStyle/>
          <a:p>
            <a:pPr algn="r" indent="0" marL="0">
              <a:buNone/>
            </a:pPr>
            <a:r>
              <a:rPr lang="en-US" sz="1400" b="1" dirty="0">
                <a:solidFill>
                  <a:schemeClr val="tx2"/>
                </a:solidFill>
              </a:rPr>
              <a:t>Great Ocean Road</a:t>
            </a:r>
            <a:endParaRPr lang="en-US" sz="1400" dirty="0"/>
          </a:p>
        </p:txBody>
      </p:sp>
      <p:sp>
        <p:nvSpPr>
          <p:cNvPr id="17" name="Text 14"/>
          <p:cNvSpPr txBox="1"/>
          <p:nvPr/>
        </p:nvSpPr>
        <p:spPr>
          <a:xfrm>
            <a:off x="4808530" y="4940795"/>
            <a:ext cx="1005840" cy="256032"/>
          </a:xfrm>
          <a:prstGeom prst="rect">
            <a:avLst/>
          </a:prstGeom>
          <a:noFill/>
          <a:ln/>
        </p:spPr>
        <p:txBody>
          <a:bodyPr wrap="square" lIns="0" tIns="0" rIns="0" bIns="0" rtlCol="0" anchor="ctr"/>
          <a:lstStyle/>
          <a:p>
            <a:pPr indent="0" marL="0">
              <a:buNone/>
            </a:pPr>
            <a:r>
              <a:rPr lang="en-US" sz="1100" dirty="0">
                <a:solidFill>
                  <a:schemeClr val="tx2"/>
                </a:solidFill>
              </a:rPr>
              <a:t>Melbourne</a:t>
            </a:r>
            <a:endParaRPr lang="en-US" sz="1100" dirty="0"/>
          </a:p>
        </p:txBody>
      </p:sp>
      <p:sp>
        <p:nvSpPr>
          <p:cNvPr id="18" name="Shape 15"/>
          <p:cNvSpPr/>
          <p:nvPr/>
        </p:nvSpPr>
        <p:spPr>
          <a:xfrm>
            <a:off x="868680" y="5916168"/>
            <a:ext cx="457200" cy="914"/>
          </a:xfrm>
          <a:prstGeom prst="line">
            <a:avLst/>
          </a:prstGeom>
          <a:noFill/>
          <a:ln w="28575">
            <a:solidFill>
              <a:srgbClr val="33433F"/>
            </a:solidFill>
            <a:prstDash val="dash"/>
          </a:ln>
        </p:spPr>
      </p:sp>
      <p:sp>
        <p:nvSpPr>
          <p:cNvPr id="19" name="Text 16"/>
          <p:cNvSpPr txBox="1"/>
          <p:nvPr/>
        </p:nvSpPr>
        <p:spPr>
          <a:xfrm>
            <a:off x="1417320" y="5779008"/>
            <a:ext cx="731520" cy="274320"/>
          </a:xfrm>
          <a:prstGeom prst="rect">
            <a:avLst/>
          </a:prstGeom>
          <a:noFill/>
          <a:ln/>
        </p:spPr>
        <p:txBody>
          <a:bodyPr wrap="square" lIns="0" tIns="0" rIns="0" bIns="0" rtlCol="0" anchor="ctr"/>
          <a:lstStyle/>
          <a:p>
            <a:pPr indent="0" marL="0">
              <a:buNone/>
            </a:pPr>
            <a:r>
              <a:rPr lang="en-US" sz="1200" dirty="0">
                <a:solidFill>
                  <a:schemeClr val="tx1"/>
                </a:solidFill>
              </a:rPr>
              <a:t>plane</a:t>
            </a:r>
            <a:endParaRPr lang="en-US" sz="1200" dirty="0"/>
          </a:p>
        </p:txBody>
      </p:sp>
      <p:sp>
        <p:nvSpPr>
          <p:cNvPr id="20" name="Shape 17"/>
          <p:cNvSpPr/>
          <p:nvPr/>
        </p:nvSpPr>
        <p:spPr>
          <a:xfrm>
            <a:off x="2194560" y="5916168"/>
            <a:ext cx="457200" cy="914"/>
          </a:xfrm>
          <a:prstGeom prst="line">
            <a:avLst/>
          </a:prstGeom>
          <a:noFill/>
          <a:ln w="50800">
            <a:solidFill>
              <a:srgbClr val="5C7F4A"/>
            </a:solidFill>
            <a:prstDash val="solid"/>
          </a:ln>
        </p:spPr>
      </p:sp>
      <p:sp>
        <p:nvSpPr>
          <p:cNvPr id="21" name="Text 18"/>
          <p:cNvSpPr txBox="1"/>
          <p:nvPr/>
        </p:nvSpPr>
        <p:spPr>
          <a:xfrm>
            <a:off x="2743200" y="5779008"/>
            <a:ext cx="1188720" cy="274320"/>
          </a:xfrm>
          <a:prstGeom prst="rect">
            <a:avLst/>
          </a:prstGeom>
          <a:noFill/>
          <a:ln/>
        </p:spPr>
        <p:txBody>
          <a:bodyPr wrap="square" lIns="0" tIns="0" rIns="0" bIns="0" rtlCol="0" anchor="ctr"/>
          <a:lstStyle/>
          <a:p>
            <a:pPr indent="0" marL="0">
              <a:buNone/>
            </a:pPr>
            <a:r>
              <a:rPr lang="en-US" sz="1200" dirty="0">
                <a:solidFill>
                  <a:schemeClr val="tx1"/>
                </a:solidFill>
              </a:rPr>
              <a:t>camper van</a:t>
            </a:r>
            <a:endParaRPr lang="en-US" sz="1200" dirty="0"/>
          </a:p>
        </p:txBody>
      </p:sp>
      <p:sp>
        <p:nvSpPr>
          <p:cNvPr id="22" name="Shape 19"/>
          <p:cNvSpPr/>
          <p:nvPr/>
        </p:nvSpPr>
        <p:spPr>
          <a:xfrm>
            <a:off x="7342632" y="1737360"/>
            <a:ext cx="914" cy="3767328"/>
          </a:xfrm>
          <a:prstGeom prst="line">
            <a:avLst/>
          </a:prstGeom>
          <a:noFill/>
          <a:ln w="25400">
            <a:solidFill>
              <a:srgbClr val="C9D3D1"/>
            </a:solidFill>
            <a:prstDash val="solid"/>
          </a:ln>
        </p:spPr>
      </p:sp>
      <p:sp>
        <p:nvSpPr>
          <p:cNvPr id="23" name="Timeline 1"/>
          <p:cNvSpPr/>
          <p:nvPr/>
        </p:nvSpPr>
        <p:spPr>
          <a:xfrm>
            <a:off x="7086600" y="1481328"/>
            <a:ext cx="512064" cy="512064"/>
          </a:xfrm>
          <a:prstGeom prst="ellipse">
            <a:avLst/>
          </a:prstGeom>
          <a:solidFill>
            <a:schemeClr val="accent5"/>
          </a:solidFill>
          <a:ln w="25400">
            <a:solidFill>
              <a:schemeClr val="bg1"/>
            </a:solidFill>
            <a:prstDash val="solid"/>
          </a:ln>
        </p:spPr>
      </p:sp>
      <p:sp>
        <p:nvSpPr>
          <p:cNvPr id="24" name="Text 21"/>
          <p:cNvSpPr txBox="1"/>
          <p:nvPr/>
        </p:nvSpPr>
        <p:spPr>
          <a:xfrm>
            <a:off x="7086600" y="14813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5" name="Text 22"/>
          <p:cNvSpPr txBox="1"/>
          <p:nvPr/>
        </p:nvSpPr>
        <p:spPr>
          <a:xfrm>
            <a:off x="7772400" y="1426464"/>
            <a:ext cx="3886200" cy="329184"/>
          </a:xfrm>
          <a:prstGeom prst="rect">
            <a:avLst/>
          </a:prstGeom>
          <a:noFill/>
          <a:ln/>
        </p:spPr>
        <p:txBody>
          <a:bodyPr wrap="square" lIns="0" tIns="0" rIns="0" bIns="0" rtlCol="0" anchor="ctr"/>
          <a:lstStyle/>
          <a:p>
            <a:pPr indent="0" marL="0">
              <a:buNone/>
            </a:pPr>
            <a:r>
              <a:rPr lang="en-US" sz="1700" b="1" dirty="0">
                <a:solidFill>
                  <a:schemeClr val="accent5"/>
                </a:solidFill>
              </a:rPr>
              <a:t>Days 1–5</a:t>
            </a:r>
            <a:pPr indent="0" marL="0">
              <a:buNone/>
            </a:pPr>
            <a:r>
              <a:rPr lang="en-US" sz="1700" b="1" dirty="0">
                <a:solidFill>
                  <a:schemeClr val="tx1"/>
                </a:solidFill>
              </a:rPr>
              <a:t>  ·  Sydney</a:t>
            </a:r>
            <a:endParaRPr lang="en-US" sz="1700" dirty="0"/>
          </a:p>
        </p:txBody>
      </p:sp>
      <p:sp>
        <p:nvSpPr>
          <p:cNvPr id="26" name="Text 23"/>
          <p:cNvSpPr txBox="1"/>
          <p:nvPr/>
        </p:nvSpPr>
        <p:spPr>
          <a:xfrm>
            <a:off x="7772400" y="1755648"/>
            <a:ext cx="3886200" cy="292608"/>
          </a:xfrm>
          <a:prstGeom prst="rect">
            <a:avLst/>
          </a:prstGeom>
          <a:noFill/>
          <a:ln/>
        </p:spPr>
        <p:txBody>
          <a:bodyPr wrap="square" lIns="0" tIns="0" rIns="0" bIns="0" rtlCol="0" anchor="ctr"/>
          <a:lstStyle/>
          <a:p>
            <a:pPr indent="0" marL="0">
              <a:buNone/>
            </a:pPr>
            <a:r>
              <a:rPr lang="en-US" sz="1400" dirty="0">
                <a:solidFill>
                  <a:srgbClr val="5F6B68"/>
                </a:solidFill>
              </a:rPr>
              <a:t>land after about 22 hours on the plane</a:t>
            </a:r>
            <a:endParaRPr lang="en-US" sz="1400" dirty="0"/>
          </a:p>
        </p:txBody>
      </p:sp>
      <p:sp>
        <p:nvSpPr>
          <p:cNvPr id="27" name="Timeline 2"/>
          <p:cNvSpPr/>
          <p:nvPr/>
        </p:nvSpPr>
        <p:spPr>
          <a:xfrm>
            <a:off x="7086600" y="2423160"/>
            <a:ext cx="512064" cy="512064"/>
          </a:xfrm>
          <a:prstGeom prst="ellipse">
            <a:avLst/>
          </a:prstGeom>
          <a:solidFill>
            <a:schemeClr val="accent2"/>
          </a:solidFill>
          <a:ln w="25400">
            <a:solidFill>
              <a:schemeClr val="bg1"/>
            </a:solidFill>
            <a:prstDash val="solid"/>
          </a:ln>
        </p:spPr>
      </p:sp>
      <p:sp>
        <p:nvSpPr>
          <p:cNvPr id="28" name="Text 25"/>
          <p:cNvSpPr txBox="1"/>
          <p:nvPr/>
        </p:nvSpPr>
        <p:spPr>
          <a:xfrm>
            <a:off x="7086600" y="2423160"/>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9" name="Text 26"/>
          <p:cNvSpPr txBox="1"/>
          <p:nvPr/>
        </p:nvSpPr>
        <p:spPr>
          <a:xfrm>
            <a:off x="7772400" y="2368296"/>
            <a:ext cx="3886200" cy="329184"/>
          </a:xfrm>
          <a:prstGeom prst="rect">
            <a:avLst/>
          </a:prstGeom>
          <a:noFill/>
          <a:ln/>
        </p:spPr>
        <p:txBody>
          <a:bodyPr wrap="square" lIns="0" tIns="0" rIns="0" bIns="0" rtlCol="0" anchor="ctr"/>
          <a:lstStyle/>
          <a:p>
            <a:pPr indent="0" marL="0">
              <a:buNone/>
            </a:pPr>
            <a:r>
              <a:rPr lang="en-US" sz="1700" b="1" dirty="0">
                <a:solidFill>
                  <a:schemeClr val="accent2"/>
                </a:solidFill>
              </a:rPr>
              <a:t>Days 6–10</a:t>
            </a:r>
            <a:pPr indent="0" marL="0">
              <a:buNone/>
            </a:pPr>
            <a:r>
              <a:rPr lang="en-US" sz="1700" b="1" dirty="0">
                <a:solidFill>
                  <a:schemeClr val="tx1"/>
                </a:solidFill>
              </a:rPr>
              <a:t>  ·  Great Barrier Reef</a:t>
            </a:r>
            <a:endParaRPr lang="en-US" sz="1700" dirty="0"/>
          </a:p>
        </p:txBody>
      </p:sp>
      <p:sp>
        <p:nvSpPr>
          <p:cNvPr id="30" name="Text 27"/>
          <p:cNvSpPr txBox="1"/>
          <p:nvPr/>
        </p:nvSpPr>
        <p:spPr>
          <a:xfrm>
            <a:off x="7772400" y="2697480"/>
            <a:ext cx="3886200" cy="292608"/>
          </a:xfrm>
          <a:prstGeom prst="rect">
            <a:avLst/>
          </a:prstGeom>
          <a:noFill/>
          <a:ln/>
        </p:spPr>
        <p:txBody>
          <a:bodyPr wrap="square" lIns="0" tIns="0" rIns="0" bIns="0" rtlCol="0" anchor="ctr"/>
          <a:lstStyle/>
          <a:p>
            <a:pPr indent="0" marL="0">
              <a:buNone/>
            </a:pPr>
            <a:r>
              <a:rPr lang="en-US" sz="1400" dirty="0">
                <a:solidFill>
                  <a:srgbClr val="5F6B68"/>
                </a:solidFill>
              </a:rPr>
              <a:t>fly to Cairns and go snorkelling</a:t>
            </a:r>
            <a:endParaRPr lang="en-US" sz="1400" dirty="0"/>
          </a:p>
        </p:txBody>
      </p:sp>
      <p:sp>
        <p:nvSpPr>
          <p:cNvPr id="31" name="Timeline 3"/>
          <p:cNvSpPr/>
          <p:nvPr/>
        </p:nvSpPr>
        <p:spPr>
          <a:xfrm>
            <a:off x="7086600" y="3364992"/>
            <a:ext cx="512064" cy="512064"/>
          </a:xfrm>
          <a:prstGeom prst="ellipse">
            <a:avLst/>
          </a:prstGeom>
          <a:solidFill>
            <a:schemeClr val="accent1"/>
          </a:solidFill>
          <a:ln w="25400">
            <a:solidFill>
              <a:schemeClr val="bg1"/>
            </a:solidFill>
            <a:prstDash val="solid"/>
          </a:ln>
        </p:spPr>
      </p:sp>
      <p:sp>
        <p:nvSpPr>
          <p:cNvPr id="32" name="Text 29"/>
          <p:cNvSpPr txBox="1"/>
          <p:nvPr/>
        </p:nvSpPr>
        <p:spPr>
          <a:xfrm>
            <a:off x="7086600" y="336499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3" name="Text 30"/>
          <p:cNvSpPr txBox="1"/>
          <p:nvPr/>
        </p:nvSpPr>
        <p:spPr>
          <a:xfrm>
            <a:off x="7772400" y="3310128"/>
            <a:ext cx="3886200" cy="329184"/>
          </a:xfrm>
          <a:prstGeom prst="rect">
            <a:avLst/>
          </a:prstGeom>
          <a:noFill/>
          <a:ln/>
        </p:spPr>
        <p:txBody>
          <a:bodyPr wrap="square" lIns="0" tIns="0" rIns="0" bIns="0" rtlCol="0" anchor="ctr"/>
          <a:lstStyle/>
          <a:p>
            <a:pPr indent="0" marL="0">
              <a:buNone/>
            </a:pPr>
            <a:r>
              <a:rPr lang="en-US" sz="1700" b="1" dirty="0">
                <a:solidFill>
                  <a:schemeClr val="accent1"/>
                </a:solidFill>
              </a:rPr>
              <a:t>Days 11–14</a:t>
            </a:r>
            <a:pPr indent="0" marL="0">
              <a:buNone/>
            </a:pPr>
            <a:r>
              <a:rPr lang="en-US" sz="1700" b="1" dirty="0">
                <a:solidFill>
                  <a:schemeClr val="tx1"/>
                </a:solidFill>
              </a:rPr>
              <a:t>  ·  Uluru</a:t>
            </a:r>
            <a:endParaRPr lang="en-US" sz="1700" dirty="0"/>
          </a:p>
        </p:txBody>
      </p:sp>
      <p:sp>
        <p:nvSpPr>
          <p:cNvPr id="34" name="Text 31"/>
          <p:cNvSpPr txBox="1"/>
          <p:nvPr/>
        </p:nvSpPr>
        <p:spPr>
          <a:xfrm>
            <a:off x="7772400" y="3639312"/>
            <a:ext cx="3886200" cy="292608"/>
          </a:xfrm>
          <a:prstGeom prst="rect">
            <a:avLst/>
          </a:prstGeom>
          <a:noFill/>
          <a:ln/>
        </p:spPr>
        <p:txBody>
          <a:bodyPr wrap="square" lIns="0" tIns="0" rIns="0" bIns="0" rtlCol="0" anchor="ctr"/>
          <a:lstStyle/>
          <a:p>
            <a:pPr indent="0" marL="0">
              <a:buNone/>
            </a:pPr>
            <a:r>
              <a:rPr lang="en-US" sz="1400" dirty="0">
                <a:solidFill>
                  <a:srgbClr val="5F6B68"/>
                </a:solidFill>
              </a:rPr>
              <a:t>fly into the </a:t>
            </a:r>
            <a:pPr indent="0" marL="0">
              <a:buNone/>
            </a:pPr>
            <a:r>
              <a:rPr lang="en-US" sz="1400" dirty="0">
                <a:solidFill>
                  <a:srgbClr val="5F6B68"/>
                </a:solidFill>
                <a:highlight>
                  <a:srgbClr val="FFE27A"/>
                </a:highlight>
              </a:rPr>
              <a:t>outback</a:t>
            </a:r>
            <a:endParaRPr lang="en-US" sz="1400" dirty="0"/>
          </a:p>
        </p:txBody>
      </p:sp>
      <p:sp>
        <p:nvSpPr>
          <p:cNvPr id="35" name="Timeline 4"/>
          <p:cNvSpPr/>
          <p:nvPr/>
        </p:nvSpPr>
        <p:spPr>
          <a:xfrm>
            <a:off x="7086600" y="4306824"/>
            <a:ext cx="512064" cy="512064"/>
          </a:xfrm>
          <a:prstGeom prst="ellipse">
            <a:avLst/>
          </a:prstGeom>
          <a:solidFill>
            <a:schemeClr val="accent4"/>
          </a:solidFill>
          <a:ln w="25400">
            <a:solidFill>
              <a:schemeClr val="bg1"/>
            </a:solidFill>
            <a:prstDash val="solid"/>
          </a:ln>
        </p:spPr>
      </p:sp>
      <p:sp>
        <p:nvSpPr>
          <p:cNvPr id="36" name="Text 33"/>
          <p:cNvSpPr txBox="1"/>
          <p:nvPr/>
        </p:nvSpPr>
        <p:spPr>
          <a:xfrm>
            <a:off x="7086600" y="430682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7" name="Text 34"/>
          <p:cNvSpPr txBox="1"/>
          <p:nvPr/>
        </p:nvSpPr>
        <p:spPr>
          <a:xfrm>
            <a:off x="7772400" y="4251960"/>
            <a:ext cx="3886200" cy="329184"/>
          </a:xfrm>
          <a:prstGeom prst="rect">
            <a:avLst/>
          </a:prstGeom>
          <a:noFill/>
          <a:ln/>
        </p:spPr>
        <p:txBody>
          <a:bodyPr wrap="square" lIns="0" tIns="0" rIns="0" bIns="0" rtlCol="0" anchor="ctr"/>
          <a:lstStyle/>
          <a:p>
            <a:pPr indent="0" marL="0">
              <a:buNone/>
            </a:pPr>
            <a:r>
              <a:rPr lang="en-US" sz="1700" b="1" dirty="0">
                <a:solidFill>
                  <a:schemeClr val="accent4"/>
                </a:solidFill>
              </a:rPr>
              <a:t>Days 15–20</a:t>
            </a:r>
            <a:pPr indent="0" marL="0">
              <a:buNone/>
            </a:pPr>
            <a:r>
              <a:rPr lang="en-US" sz="1700" b="1" dirty="0">
                <a:solidFill>
                  <a:schemeClr val="tx1"/>
                </a:solidFill>
              </a:rPr>
              <a:t>  ·  Great Ocean Road</a:t>
            </a:r>
            <a:endParaRPr lang="en-US" sz="1700" dirty="0"/>
          </a:p>
        </p:txBody>
      </p:sp>
      <p:sp>
        <p:nvSpPr>
          <p:cNvPr id="38" name="Text 35"/>
          <p:cNvSpPr txBox="1"/>
          <p:nvPr/>
        </p:nvSpPr>
        <p:spPr>
          <a:xfrm>
            <a:off x="7772400" y="4581144"/>
            <a:ext cx="3886200" cy="292608"/>
          </a:xfrm>
          <a:prstGeom prst="rect">
            <a:avLst/>
          </a:prstGeom>
          <a:noFill/>
          <a:ln/>
        </p:spPr>
        <p:txBody>
          <a:bodyPr wrap="square" lIns="0" tIns="0" rIns="0" bIns="0" rtlCol="0" anchor="ctr"/>
          <a:lstStyle/>
          <a:p>
            <a:pPr indent="0" marL="0">
              <a:buNone/>
            </a:pPr>
            <a:r>
              <a:rPr lang="en-US" sz="1400" dirty="0">
                <a:solidFill>
                  <a:srgbClr val="5F6B68"/>
                </a:solidFill>
              </a:rPr>
              <a:t>fly to Melbourne, rent a camper van</a:t>
            </a:r>
            <a:endParaRPr lang="en-US" sz="1400" dirty="0"/>
          </a:p>
        </p:txBody>
      </p:sp>
      <p:sp>
        <p:nvSpPr>
          <p:cNvPr id="39" name="Timeline 5"/>
          <p:cNvSpPr/>
          <p:nvPr/>
        </p:nvSpPr>
        <p:spPr>
          <a:xfrm>
            <a:off x="7086600" y="5248656"/>
            <a:ext cx="512064" cy="512064"/>
          </a:xfrm>
          <a:prstGeom prst="ellipse">
            <a:avLst/>
          </a:prstGeom>
          <a:solidFill>
            <a:schemeClr val="tx2"/>
          </a:solidFill>
          <a:ln w="25400">
            <a:solidFill>
              <a:schemeClr val="bg1"/>
            </a:solidFill>
            <a:prstDash val="solid"/>
          </a:ln>
        </p:spPr>
      </p:sp>
      <p:pic>
        <p:nvPicPr>
          <p:cNvPr id="40" name="Image 1" descr="preencoded.png">    </p:cNvPr>
          <p:cNvPicPr>
            <a:picLocks noChangeAspect="1"/>
          </p:cNvPicPr>
          <p:nvPr/>
        </p:nvPicPr>
        <p:blipFill>
          <a:blip r:embed="rId2"/>
          <a:stretch>
            <a:fillRect/>
          </a:stretch>
        </p:blipFill>
        <p:spPr>
          <a:xfrm>
            <a:off x="7214616" y="5376672"/>
            <a:ext cx="256032" cy="256032"/>
          </a:xfrm>
          <a:prstGeom prst="rect">
            <a:avLst/>
          </a:prstGeom>
        </p:spPr>
      </p:pic>
      <p:sp>
        <p:nvSpPr>
          <p:cNvPr id="41" name="Text 37"/>
          <p:cNvSpPr txBox="1"/>
          <p:nvPr/>
        </p:nvSpPr>
        <p:spPr>
          <a:xfrm>
            <a:off x="7772400" y="5193792"/>
            <a:ext cx="3886200" cy="329184"/>
          </a:xfrm>
          <a:prstGeom prst="rect">
            <a:avLst/>
          </a:prstGeom>
          <a:noFill/>
          <a:ln/>
        </p:spPr>
        <p:txBody>
          <a:bodyPr wrap="square" lIns="0" tIns="0" rIns="0" bIns="0" rtlCol="0" anchor="ctr"/>
          <a:lstStyle/>
          <a:p>
            <a:pPr indent="0" marL="0">
              <a:buNone/>
            </a:pPr>
            <a:r>
              <a:rPr lang="en-US" sz="1700" b="1" dirty="0">
                <a:solidFill>
                  <a:schemeClr val="tx2"/>
                </a:solidFill>
              </a:rPr>
              <a:t>Day 21</a:t>
            </a:r>
            <a:pPr indent="0" marL="0">
              <a:buNone/>
            </a:pPr>
            <a:r>
              <a:rPr lang="en-US" sz="1700" b="1" dirty="0">
                <a:solidFill>
                  <a:schemeClr val="tx1"/>
                </a:solidFill>
              </a:rPr>
              <a:t>  ·  Home</a:t>
            </a:r>
            <a:endParaRPr lang="en-US" sz="1700" dirty="0"/>
          </a:p>
        </p:txBody>
      </p:sp>
      <p:sp>
        <p:nvSpPr>
          <p:cNvPr id="42" name="Text 38"/>
          <p:cNvSpPr txBox="1"/>
          <p:nvPr/>
        </p:nvSpPr>
        <p:spPr>
          <a:xfrm>
            <a:off x="7772400" y="5522976"/>
            <a:ext cx="3886200" cy="292608"/>
          </a:xfrm>
          <a:prstGeom prst="rect">
            <a:avLst/>
          </a:prstGeom>
          <a:noFill/>
          <a:ln/>
        </p:spPr>
        <p:txBody>
          <a:bodyPr wrap="square" lIns="0" tIns="0" rIns="0" bIns="0" rtlCol="0" anchor="ctr"/>
          <a:lstStyle/>
          <a:p>
            <a:pPr indent="0" marL="0">
              <a:buNone/>
            </a:pPr>
            <a:r>
              <a:rPr lang="en-US" sz="1400" dirty="0">
                <a:solidFill>
                  <a:srgbClr val="5F6B68"/>
                </a:solidFill>
              </a:rPr>
              <a:t>fly back to Germany from Melbourne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hoto backing"/>
          <p:cNvSpPr/>
          <p:nvPr/>
        </p:nvSpPr>
        <p:spPr>
          <a:xfrm>
            <a:off x="0" y="0"/>
            <a:ext cx="5760720" cy="6858000"/>
          </a:xfrm>
          <a:prstGeom prst="rect">
            <a:avLst/>
          </a:prstGeom>
          <a:solidFill>
            <a:schemeClr val="accent5">
              <a:alpha val="14000"/>
            </a:schemeClr>
          </a:solidFill>
          <a:ln/>
        </p:spPr>
      </p:sp>
      <p:pic>
        <p:nvPicPr>
          <p:cNvPr id="3" name="Photo backing icon" descr="preencoded.png">    </p:cNvPr>
          <p:cNvPicPr>
            <a:picLocks noChangeAspect="1"/>
          </p:cNvPicPr>
          <p:nvPr/>
        </p:nvPicPr>
        <p:blipFill>
          <a:blip r:embed="rId1"/>
          <a:stretch>
            <a:fillRect/>
          </a:stretch>
        </p:blipFill>
        <p:spPr>
          <a:xfrm>
            <a:off x="2468880" y="3977640"/>
            <a:ext cx="822960" cy="822960"/>
          </a:xfrm>
          <a:prstGeom prst="rect">
            <a:avLst/>
          </a:prstGeom>
        </p:spPr>
      </p:pic>
      <p:sp>
        <p:nvSpPr>
          <p:cNvPr id="4" name="Photo backing text"/>
          <p:cNvSpPr txBox="1"/>
          <p:nvPr/>
        </p:nvSpPr>
        <p:spPr>
          <a:xfrm>
            <a:off x="457200" y="4846320"/>
            <a:ext cx="4846320" cy="365760"/>
          </a:xfrm>
          <a:prstGeom prst="rect">
            <a:avLst/>
          </a:prstGeom>
          <a:noFill/>
          <a:ln/>
        </p:spPr>
        <p:txBody>
          <a:bodyPr wrap="square" lIns="0" tIns="0" rIns="0" bIns="0" rtlCol="0" anchor="ctr"/>
          <a:lstStyle/>
          <a:p>
            <a:pPr algn="ctr" indent="0" marL="0">
              <a:buNone/>
            </a:pPr>
            <a:r>
              <a:rPr lang="en-US" sz="1400" dirty="0">
                <a:solidFill>
                  <a:schemeClr val="accent5"/>
                </a:solidFill>
              </a:rPr>
              <a:t>Insert photo here</a:t>
            </a:r>
            <a:endParaRPr lang="en-US" sz="1400" dirty="0"/>
          </a:p>
        </p:txBody>
      </p:sp>
      <p:sp>
        <p:nvSpPr>
          <p:cNvPr id="5" name="Picture Placeholder 5"/>
          <p:cNvSpPr>
            <a:spLocks noGrp="1"/>
          </p:cNvSpPr>
          <p:nvPr>
            <p:ph type="pic" idx="100"/>
          </p:nvPr>
        </p:nvSpPr>
        <p:spPr/>
      </p:sp>
      <p:sp>
        <p:nvSpPr>
          <p:cNvPr id="6" name="Photo caption"/>
          <p:cNvSpPr txBox="1"/>
          <p:nvPr/>
        </p:nvSpPr>
        <p:spPr>
          <a:xfrm>
            <a:off x="320040" y="6144768"/>
            <a:ext cx="3067812" cy="384048"/>
          </a:xfrm>
          <a:prstGeom prst="roundRect">
            <a:avLst>
              <a:gd name="adj" fmla="val 50000"/>
            </a:avLst>
          </a:prstGeom>
          <a:solidFill>
            <a:schemeClr val="tx2">
              <a:alpha val="80000"/>
            </a:schemeClr>
          </a:solidFill>
          <a:ln/>
        </p:spPr>
        <p:txBody>
          <a:bodyPr wrap="square" lIns="0" tIns="0" rIns="0" bIns="0" rtlCol="0" anchor="ctr"/>
          <a:lstStyle/>
          <a:p>
            <a:pPr algn="ctr" indent="0" marL="0">
              <a:buNone/>
            </a:pPr>
            <a:r>
              <a:rPr lang="en-US" sz="1200" dirty="0">
                <a:solidFill>
                  <a:schemeClr val="bg1"/>
                </a:solidFill>
              </a:rPr>
              <a:t>Sydney Opera House &amp; Harbour Bridge</a:t>
            </a:r>
            <a:endParaRPr lang="en-US" sz="1200" dirty="0"/>
          </a:p>
        </p:txBody>
      </p:sp>
      <p:sp>
        <p:nvSpPr>
          <p:cNvPr id="7" name="Stop badge"/>
          <p:cNvSpPr/>
          <p:nvPr/>
        </p:nvSpPr>
        <p:spPr>
          <a:xfrm>
            <a:off x="6309360" y="566928"/>
            <a:ext cx="457200" cy="457200"/>
          </a:xfrm>
          <a:prstGeom prst="ellipse">
            <a:avLst/>
          </a:prstGeom>
          <a:solidFill>
            <a:schemeClr val="accent5"/>
          </a:solidFill>
          <a:ln/>
        </p:spPr>
      </p:sp>
      <p:sp>
        <p:nvSpPr>
          <p:cNvPr id="8" name="Text 5"/>
          <p:cNvSpPr txBox="1"/>
          <p:nvPr/>
        </p:nvSpPr>
        <p:spPr>
          <a:xfrm>
            <a:off x="6309360" y="5669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6903720" y="566928"/>
            <a:ext cx="3566160" cy="457200"/>
          </a:xfrm>
          <a:prstGeom prst="rect">
            <a:avLst/>
          </a:prstGeom>
          <a:noFill/>
          <a:ln/>
        </p:spPr>
        <p:txBody>
          <a:bodyPr wrap="square" lIns="0" tIns="0" rIns="0" bIns="0" rtlCol="0" anchor="ctr"/>
          <a:lstStyle/>
          <a:p>
            <a:pPr indent="0" marL="0">
              <a:buNone/>
            </a:pPr>
            <a:r>
              <a:rPr lang="en-US" sz="1200" b="1" spc="200" kern="0" dirty="0">
                <a:solidFill>
                  <a:schemeClr val="accent5"/>
                </a:solidFill>
              </a:rPr>
              <a:t>STOP 1 OF 4   ·   DAYS 1–5</a:t>
            </a:r>
            <a:endParaRPr lang="en-US" sz="1200" dirty="0"/>
          </a:p>
        </p:txBody>
      </p:sp>
      <p:pic>
        <p:nvPicPr>
          <p:cNvPr id="10" name="Mini map" descr="preencoded.png">    </p:cNvPr>
          <p:cNvPicPr>
            <a:picLocks noChangeAspect="1"/>
          </p:cNvPicPr>
          <p:nvPr/>
        </p:nvPicPr>
        <p:blipFill>
          <a:blip r:embed="rId2"/>
          <a:stretch>
            <a:fillRect/>
          </a:stretch>
        </p:blipFill>
        <p:spPr>
          <a:xfrm>
            <a:off x="10615723" y="384048"/>
            <a:ext cx="970186" cy="914400"/>
          </a:xfrm>
          <a:prstGeom prst="rect">
            <a:avLst/>
          </a:prstGeom>
        </p:spPr>
      </p:pic>
      <p:sp>
        <p:nvSpPr>
          <p:cNvPr id="11" name="Mini map dot"/>
          <p:cNvSpPr/>
          <p:nvPr/>
        </p:nvSpPr>
        <p:spPr>
          <a:xfrm>
            <a:off x="11414379" y="962184"/>
            <a:ext cx="155448" cy="155448"/>
          </a:xfrm>
          <a:prstGeom prst="ellipse">
            <a:avLst/>
          </a:prstGeom>
          <a:solidFill>
            <a:schemeClr val="accent5"/>
          </a:solidFill>
          <a:ln w="19050">
            <a:solidFill>
              <a:schemeClr val="bg1"/>
            </a:solidFill>
            <a:prstDash val="solid"/>
          </a:ln>
        </p:spPr>
      </p:sp>
      <p:sp>
        <p:nvSpPr>
          <p:cNvPr id="12" name="Text 0"/>
          <p:cNvSpPr/>
          <p:nvPr>
            <p:ph idx="101" type="title" hasCustomPrompt="1"/>
          </p:nvPr>
        </p:nvSpPr>
        <p:spPr>
          <a:xfrm>
            <a:off x="6309360" y="1325880"/>
            <a:ext cx="5330952" cy="731520"/>
          </a:xfrm>
          <a:prstGeom prst="rect">
            <a:avLst/>
          </a:prstGeom>
          <a:noFill/>
          <a:ln/>
        </p:spPr>
        <p:txBody>
          <a:bodyPr wrap="square" lIns="0" tIns="0" rIns="0" bIns="0" rtlCol="0" anchor="ctr"/>
          <a:lstStyle/>
          <a:p>
            <a:pPr algn="l" indent="0" marL="0">
              <a:buNone/>
            </a:pPr>
            <a:r>
              <a:rPr lang="en-US" sz="4000" b="1" dirty="0">
                <a:solidFill>
                  <a:schemeClr val="tx2"/>
                </a:solidFill>
              </a:rPr>
              <a:t>Sydney</a:t>
            </a:r>
            <a:endParaRPr lang="en-US" sz="4000" dirty="0"/>
          </a:p>
        </p:txBody>
      </p:sp>
      <p:sp>
        <p:nvSpPr>
          <p:cNvPr id="13" name="Tagline"/>
          <p:cNvSpPr txBox="1"/>
          <p:nvPr/>
        </p:nvSpPr>
        <p:spPr>
          <a:xfrm>
            <a:off x="6309360" y="2057400"/>
            <a:ext cx="5330952" cy="411480"/>
          </a:xfrm>
          <a:prstGeom prst="rect">
            <a:avLst/>
          </a:prstGeom>
          <a:noFill/>
          <a:ln/>
        </p:spPr>
        <p:txBody>
          <a:bodyPr wrap="square" lIns="0" tIns="0" rIns="0" bIns="0" rtlCol="0" anchor="ctr"/>
          <a:lstStyle/>
          <a:p>
            <a:pPr indent="0" marL="0">
              <a:buNone/>
            </a:pPr>
            <a:r>
              <a:rPr lang="en-US" sz="2000" i="1" dirty="0">
                <a:solidFill>
                  <a:schemeClr val="accent5"/>
                </a:solidFill>
              </a:rPr>
              <a:t>The </a:t>
            </a:r>
            <a:pPr indent="0" marL="0">
              <a:buNone/>
            </a:pPr>
            <a:r>
              <a:rPr lang="en-US" sz="2000" i="1" dirty="0">
                <a:solidFill>
                  <a:schemeClr val="accent5"/>
                </a:solidFill>
                <a:highlight>
                  <a:srgbClr val="FFE27A"/>
                </a:highlight>
              </a:rPr>
              <a:t>harbour</a:t>
            </a:r>
            <a:pPr indent="0" marL="0">
              <a:buNone/>
            </a:pPr>
            <a:r>
              <a:rPr lang="en-US" sz="2000" i="1" dirty="0">
                <a:solidFill>
                  <a:schemeClr val="accent5"/>
                </a:solidFill>
              </a:rPr>
              <a:t> city</a:t>
            </a:r>
            <a:endParaRPr lang="en-US" sz="2000" dirty="0"/>
          </a:p>
        </p:txBody>
      </p:sp>
      <p:sp>
        <p:nvSpPr>
          <p:cNvPr id="15" name="Opera House circle"/>
          <p:cNvSpPr/>
          <p:nvPr/>
        </p:nvSpPr>
        <p:spPr>
          <a:xfrm>
            <a:off x="6309360" y="2779776"/>
            <a:ext cx="566928" cy="566928"/>
          </a:xfrm>
          <a:prstGeom prst="ellipse">
            <a:avLst/>
          </a:prstGeom>
          <a:solidFill>
            <a:schemeClr val="accent5"/>
          </a:solidFill>
          <a:ln/>
        </p:spPr>
      </p:sp>
      <p:pic>
        <p:nvPicPr>
          <p:cNvPr id="16" name="Opera House icon" descr="preencoded.png">    </p:cNvPr>
          <p:cNvPicPr>
            <a:picLocks noChangeAspect="1"/>
          </p:cNvPicPr>
          <p:nvPr/>
        </p:nvPicPr>
        <p:blipFill>
          <a:blip r:embed="rId3"/>
          <a:stretch>
            <a:fillRect/>
          </a:stretch>
        </p:blipFill>
        <p:spPr>
          <a:xfrm>
            <a:off x="6439753" y="2910169"/>
            <a:ext cx="306141" cy="306141"/>
          </a:xfrm>
          <a:prstGeom prst="rect">
            <a:avLst/>
          </a:prstGeom>
        </p:spPr>
      </p:pic>
      <p:sp>
        <p:nvSpPr>
          <p:cNvPr id="17" name="Text 11"/>
          <p:cNvSpPr txBox="1"/>
          <p:nvPr/>
        </p:nvSpPr>
        <p:spPr>
          <a:xfrm>
            <a:off x="7086600" y="2743200"/>
            <a:ext cx="4553712" cy="310896"/>
          </a:xfrm>
          <a:prstGeom prst="rect">
            <a:avLst/>
          </a:prstGeom>
          <a:noFill/>
          <a:ln/>
        </p:spPr>
        <p:txBody>
          <a:bodyPr wrap="square" lIns="0" tIns="0" rIns="0" bIns="0" rtlCol="0" anchor="ctr"/>
          <a:lstStyle/>
          <a:p>
            <a:pPr indent="0" marL="0">
              <a:buNone/>
            </a:pPr>
            <a:r>
              <a:rPr lang="en-US" sz="1700" b="1" dirty="0">
                <a:solidFill>
                  <a:schemeClr val="tx1"/>
                </a:solidFill>
              </a:rPr>
              <a:t>Opera House</a:t>
            </a:r>
            <a:endParaRPr lang="en-US" sz="1700" dirty="0"/>
          </a:p>
        </p:txBody>
      </p:sp>
      <p:sp>
        <p:nvSpPr>
          <p:cNvPr id="18" name="Text 12"/>
          <p:cNvSpPr txBox="1"/>
          <p:nvPr/>
        </p:nvSpPr>
        <p:spPr>
          <a:xfrm>
            <a:off x="7086600" y="3063240"/>
            <a:ext cx="4553712" cy="310896"/>
          </a:xfrm>
          <a:prstGeom prst="rect">
            <a:avLst/>
          </a:prstGeom>
          <a:noFill/>
          <a:ln/>
        </p:spPr>
        <p:txBody>
          <a:bodyPr wrap="square" lIns="0" tIns="0" rIns="0" bIns="0" rtlCol="0" anchor="ctr"/>
          <a:lstStyle/>
          <a:p>
            <a:pPr indent="0" marL="0">
              <a:buNone/>
            </a:pPr>
            <a:r>
              <a:rPr lang="en-US" sz="1400" dirty="0">
                <a:solidFill>
                  <a:srgbClr val="5F6B68"/>
                </a:solidFill>
              </a:rPr>
              <a:t>opened in 1973 – a UNESCO World Heritage Site</a:t>
            </a:r>
            <a:endParaRPr lang="en-US" sz="1400" dirty="0"/>
          </a:p>
        </p:txBody>
      </p:sp>
      <p:sp>
        <p:nvSpPr>
          <p:cNvPr id="19" name="Harbour Bridge circle"/>
          <p:cNvSpPr/>
          <p:nvPr/>
        </p:nvSpPr>
        <p:spPr>
          <a:xfrm>
            <a:off x="6309360" y="3630168"/>
            <a:ext cx="566928" cy="566928"/>
          </a:xfrm>
          <a:prstGeom prst="ellipse">
            <a:avLst/>
          </a:prstGeom>
          <a:solidFill>
            <a:schemeClr val="accent5"/>
          </a:solidFill>
          <a:ln/>
        </p:spPr>
      </p:sp>
      <p:pic>
        <p:nvPicPr>
          <p:cNvPr id="20" name="Harbour Bridge icon" descr="preencoded.png">    </p:cNvPr>
          <p:cNvPicPr>
            <a:picLocks noChangeAspect="1"/>
          </p:cNvPicPr>
          <p:nvPr/>
        </p:nvPicPr>
        <p:blipFill>
          <a:blip r:embed="rId4"/>
          <a:stretch>
            <a:fillRect/>
          </a:stretch>
        </p:blipFill>
        <p:spPr>
          <a:xfrm>
            <a:off x="6439753" y="3760561"/>
            <a:ext cx="306141" cy="306141"/>
          </a:xfrm>
          <a:prstGeom prst="rect">
            <a:avLst/>
          </a:prstGeom>
        </p:spPr>
      </p:pic>
      <p:sp>
        <p:nvSpPr>
          <p:cNvPr id="21" name="Text 14"/>
          <p:cNvSpPr txBox="1"/>
          <p:nvPr/>
        </p:nvSpPr>
        <p:spPr>
          <a:xfrm>
            <a:off x="7086600" y="3593592"/>
            <a:ext cx="4553712" cy="310896"/>
          </a:xfrm>
          <a:prstGeom prst="rect">
            <a:avLst/>
          </a:prstGeom>
          <a:noFill/>
          <a:ln/>
        </p:spPr>
        <p:txBody>
          <a:bodyPr wrap="square" lIns="0" tIns="0" rIns="0" bIns="0" rtlCol="0" anchor="ctr"/>
          <a:lstStyle/>
          <a:p>
            <a:pPr indent="0" marL="0">
              <a:buNone/>
            </a:pPr>
            <a:r>
              <a:rPr lang="en-US" sz="1700" b="1" dirty="0">
                <a:solidFill>
                  <a:schemeClr val="tx1"/>
                </a:solidFill>
              </a:rPr>
              <a:t>Harbour Bridge</a:t>
            </a:r>
            <a:endParaRPr lang="en-US" sz="1700" dirty="0"/>
          </a:p>
        </p:txBody>
      </p:sp>
      <p:sp>
        <p:nvSpPr>
          <p:cNvPr id="22" name="Text 15"/>
          <p:cNvSpPr txBox="1"/>
          <p:nvPr/>
        </p:nvSpPr>
        <p:spPr>
          <a:xfrm>
            <a:off x="7086600" y="3913632"/>
            <a:ext cx="4553712" cy="310896"/>
          </a:xfrm>
          <a:prstGeom prst="rect">
            <a:avLst/>
          </a:prstGeom>
          <a:noFill/>
          <a:ln/>
        </p:spPr>
        <p:txBody>
          <a:bodyPr wrap="square" lIns="0" tIns="0" rIns="0" bIns="0" rtlCol="0" anchor="ctr"/>
          <a:lstStyle/>
          <a:p>
            <a:pPr indent="0" marL="0">
              <a:buNone/>
            </a:pPr>
            <a:r>
              <a:rPr lang="en-US" sz="1400" dirty="0">
                <a:solidFill>
                  <a:srgbClr val="5F6B68"/>
                </a:solidFill>
              </a:rPr>
              <a:t>called “the Coathanger” – you can climb it!</a:t>
            </a:r>
            <a:endParaRPr lang="en-US" sz="1400" dirty="0"/>
          </a:p>
        </p:txBody>
      </p:sp>
      <p:sp>
        <p:nvSpPr>
          <p:cNvPr id="23" name="Bondi Beach circle"/>
          <p:cNvSpPr/>
          <p:nvPr/>
        </p:nvSpPr>
        <p:spPr>
          <a:xfrm>
            <a:off x="6309360" y="4480560"/>
            <a:ext cx="566928" cy="566928"/>
          </a:xfrm>
          <a:prstGeom prst="ellipse">
            <a:avLst/>
          </a:prstGeom>
          <a:solidFill>
            <a:schemeClr val="accent5"/>
          </a:solidFill>
          <a:ln/>
        </p:spPr>
      </p:sp>
      <p:pic>
        <p:nvPicPr>
          <p:cNvPr id="24" name="Bondi Beach icon" descr="preencoded.png">    </p:cNvPr>
          <p:cNvPicPr>
            <a:picLocks noChangeAspect="1"/>
          </p:cNvPicPr>
          <p:nvPr/>
        </p:nvPicPr>
        <p:blipFill>
          <a:blip r:embed="rId5"/>
          <a:stretch>
            <a:fillRect/>
          </a:stretch>
        </p:blipFill>
        <p:spPr>
          <a:xfrm>
            <a:off x="6439753" y="4610953"/>
            <a:ext cx="306141" cy="306141"/>
          </a:xfrm>
          <a:prstGeom prst="rect">
            <a:avLst/>
          </a:prstGeom>
        </p:spPr>
      </p:pic>
      <p:sp>
        <p:nvSpPr>
          <p:cNvPr id="25" name="Text 17"/>
          <p:cNvSpPr txBox="1"/>
          <p:nvPr/>
        </p:nvSpPr>
        <p:spPr>
          <a:xfrm>
            <a:off x="7086600" y="4443984"/>
            <a:ext cx="4553712" cy="310896"/>
          </a:xfrm>
          <a:prstGeom prst="rect">
            <a:avLst/>
          </a:prstGeom>
          <a:noFill/>
          <a:ln/>
        </p:spPr>
        <p:txBody>
          <a:bodyPr wrap="square" lIns="0" tIns="0" rIns="0" bIns="0" rtlCol="0" anchor="ctr"/>
          <a:lstStyle/>
          <a:p>
            <a:pPr indent="0" marL="0">
              <a:buNone/>
            </a:pPr>
            <a:r>
              <a:rPr lang="en-US" sz="1700" b="1" dirty="0">
                <a:solidFill>
                  <a:schemeClr val="tx1"/>
                </a:solidFill>
              </a:rPr>
              <a:t>Bondi Beach</a:t>
            </a:r>
            <a:endParaRPr lang="en-US" sz="1700" dirty="0"/>
          </a:p>
        </p:txBody>
      </p:sp>
      <p:sp>
        <p:nvSpPr>
          <p:cNvPr id="26" name="Text 18"/>
          <p:cNvSpPr txBox="1"/>
          <p:nvPr/>
        </p:nvSpPr>
        <p:spPr>
          <a:xfrm>
            <a:off x="7086600" y="4764024"/>
            <a:ext cx="4553712" cy="310896"/>
          </a:xfrm>
          <a:prstGeom prst="rect">
            <a:avLst/>
          </a:prstGeom>
          <a:noFill/>
          <a:ln/>
        </p:spPr>
        <p:txBody>
          <a:bodyPr wrap="square" lIns="0" tIns="0" rIns="0" bIns="0" rtlCol="0" anchor="ctr"/>
          <a:lstStyle/>
          <a:p>
            <a:pPr indent="0" marL="0">
              <a:buNone/>
            </a:pPr>
            <a:r>
              <a:rPr lang="en-US" sz="1400" dirty="0">
                <a:solidFill>
                  <a:srgbClr val="5F6B68"/>
                </a:solidFill>
              </a:rPr>
              <a:t>surfing and a famous walk along the </a:t>
            </a:r>
            <a:pPr indent="0" marL="0">
              <a:buNone/>
            </a:pPr>
            <a:r>
              <a:rPr lang="en-US" sz="1400" dirty="0">
                <a:solidFill>
                  <a:srgbClr val="5F6B68"/>
                </a:solidFill>
                <a:highlight>
                  <a:srgbClr val="FFE27A"/>
                </a:highlight>
              </a:rPr>
              <a:t>coast</a:t>
            </a:r>
            <a:endParaRPr lang="en-US" sz="1400" dirty="0"/>
          </a:p>
        </p:txBody>
      </p:sp>
      <p:sp>
        <p:nvSpPr>
          <p:cNvPr id="27" name="About 5.5 million people circle"/>
          <p:cNvSpPr/>
          <p:nvPr/>
        </p:nvSpPr>
        <p:spPr>
          <a:xfrm>
            <a:off x="6309360" y="5330952"/>
            <a:ext cx="566928" cy="566928"/>
          </a:xfrm>
          <a:prstGeom prst="ellipse">
            <a:avLst/>
          </a:prstGeom>
          <a:solidFill>
            <a:schemeClr val="accent5"/>
          </a:solidFill>
          <a:ln/>
        </p:spPr>
      </p:sp>
      <p:pic>
        <p:nvPicPr>
          <p:cNvPr id="28" name="About 5.5 million people icon" descr="preencoded.png">    </p:cNvPr>
          <p:cNvPicPr>
            <a:picLocks noChangeAspect="1"/>
          </p:cNvPicPr>
          <p:nvPr/>
        </p:nvPicPr>
        <p:blipFill>
          <a:blip r:embed="rId6"/>
          <a:stretch>
            <a:fillRect/>
          </a:stretch>
        </p:blipFill>
        <p:spPr>
          <a:xfrm>
            <a:off x="6439753" y="5461345"/>
            <a:ext cx="306141" cy="306141"/>
          </a:xfrm>
          <a:prstGeom prst="rect">
            <a:avLst/>
          </a:prstGeom>
        </p:spPr>
      </p:pic>
      <p:sp>
        <p:nvSpPr>
          <p:cNvPr id="29" name="Text 20"/>
          <p:cNvSpPr txBox="1"/>
          <p:nvPr/>
        </p:nvSpPr>
        <p:spPr>
          <a:xfrm>
            <a:off x="7086600" y="5294376"/>
            <a:ext cx="4553712" cy="310896"/>
          </a:xfrm>
          <a:prstGeom prst="rect">
            <a:avLst/>
          </a:prstGeom>
          <a:noFill/>
          <a:ln/>
        </p:spPr>
        <p:txBody>
          <a:bodyPr wrap="square" lIns="0" tIns="0" rIns="0" bIns="0" rtlCol="0" anchor="ctr"/>
          <a:lstStyle/>
          <a:p>
            <a:pPr indent="0" marL="0">
              <a:buNone/>
            </a:pPr>
            <a:r>
              <a:rPr lang="en-US" sz="1700" b="1" dirty="0">
                <a:solidFill>
                  <a:schemeClr val="tx1"/>
                </a:solidFill>
              </a:rPr>
              <a:t>About 5.5 million people</a:t>
            </a:r>
            <a:endParaRPr lang="en-US" sz="1700" dirty="0"/>
          </a:p>
        </p:txBody>
      </p:sp>
      <p:sp>
        <p:nvSpPr>
          <p:cNvPr id="30" name="Text 21"/>
          <p:cNvSpPr txBox="1"/>
          <p:nvPr/>
        </p:nvSpPr>
        <p:spPr>
          <a:xfrm>
            <a:off x="7086600" y="5614416"/>
            <a:ext cx="4553712" cy="310896"/>
          </a:xfrm>
          <a:prstGeom prst="rect">
            <a:avLst/>
          </a:prstGeom>
          <a:noFill/>
          <a:ln/>
        </p:spPr>
        <p:txBody>
          <a:bodyPr wrap="square" lIns="0" tIns="0" rIns="0" bIns="0" rtlCol="0" anchor="ctr"/>
          <a:lstStyle/>
          <a:p>
            <a:pPr indent="0" marL="0">
              <a:buNone/>
            </a:pPr>
            <a:r>
              <a:rPr lang="en-US" sz="1400" dirty="0">
                <a:solidFill>
                  <a:srgbClr val="5F6B68"/>
                </a:solidFill>
              </a:rPr>
              <a:t>the biggest city – but the capital is Canberra</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hoto backing"/>
          <p:cNvSpPr/>
          <p:nvPr/>
        </p:nvSpPr>
        <p:spPr>
          <a:xfrm>
            <a:off x="0" y="0"/>
            <a:ext cx="5760720" cy="6858000"/>
          </a:xfrm>
          <a:prstGeom prst="rect">
            <a:avLst/>
          </a:prstGeom>
          <a:solidFill>
            <a:schemeClr val="accent2">
              <a:alpha val="14000"/>
            </a:schemeClr>
          </a:solidFill>
          <a:ln/>
        </p:spPr>
      </p:sp>
      <p:pic>
        <p:nvPicPr>
          <p:cNvPr id="3" name="Photo backing icon" descr="preencoded.png">    </p:cNvPr>
          <p:cNvPicPr>
            <a:picLocks noChangeAspect="1"/>
          </p:cNvPicPr>
          <p:nvPr/>
        </p:nvPicPr>
        <p:blipFill>
          <a:blip r:embed="rId1"/>
          <a:stretch>
            <a:fillRect/>
          </a:stretch>
        </p:blipFill>
        <p:spPr>
          <a:xfrm>
            <a:off x="2468880" y="3977640"/>
            <a:ext cx="822960" cy="822960"/>
          </a:xfrm>
          <a:prstGeom prst="rect">
            <a:avLst/>
          </a:prstGeom>
        </p:spPr>
      </p:pic>
      <p:sp>
        <p:nvSpPr>
          <p:cNvPr id="4" name="Photo backing text"/>
          <p:cNvSpPr txBox="1"/>
          <p:nvPr/>
        </p:nvSpPr>
        <p:spPr>
          <a:xfrm>
            <a:off x="457200" y="4846320"/>
            <a:ext cx="4846320" cy="365760"/>
          </a:xfrm>
          <a:prstGeom prst="rect">
            <a:avLst/>
          </a:prstGeom>
          <a:noFill/>
          <a:ln/>
        </p:spPr>
        <p:txBody>
          <a:bodyPr wrap="square" lIns="0" tIns="0" rIns="0" bIns="0" rtlCol="0" anchor="ctr"/>
          <a:lstStyle/>
          <a:p>
            <a:pPr algn="ctr" indent="0" marL="0">
              <a:buNone/>
            </a:pPr>
            <a:r>
              <a:rPr lang="en-US" sz="1400" dirty="0">
                <a:solidFill>
                  <a:schemeClr val="accent2"/>
                </a:solidFill>
              </a:rPr>
              <a:t>Insert photo here</a:t>
            </a:r>
            <a:endParaRPr lang="en-US" sz="1400" dirty="0"/>
          </a:p>
        </p:txBody>
      </p:sp>
      <p:sp>
        <p:nvSpPr>
          <p:cNvPr id="5" name="Picture Placeholder 5"/>
          <p:cNvSpPr>
            <a:spLocks noGrp="1"/>
          </p:cNvSpPr>
          <p:nvPr>
            <p:ph type="pic" idx="100"/>
          </p:nvPr>
        </p:nvSpPr>
        <p:spPr/>
      </p:sp>
      <p:sp>
        <p:nvSpPr>
          <p:cNvPr id="6" name="Photo caption"/>
          <p:cNvSpPr txBox="1"/>
          <p:nvPr/>
        </p:nvSpPr>
        <p:spPr>
          <a:xfrm>
            <a:off x="320040" y="6144768"/>
            <a:ext cx="3447288" cy="384048"/>
          </a:xfrm>
          <a:prstGeom prst="roundRect">
            <a:avLst>
              <a:gd name="adj" fmla="val 50000"/>
            </a:avLst>
          </a:prstGeom>
          <a:solidFill>
            <a:schemeClr val="tx2">
              <a:alpha val="80000"/>
            </a:schemeClr>
          </a:solidFill>
          <a:ln/>
        </p:spPr>
        <p:txBody>
          <a:bodyPr wrap="square" lIns="0" tIns="0" rIns="0" bIns="0" rtlCol="0" anchor="ctr"/>
          <a:lstStyle/>
          <a:p>
            <a:pPr algn="ctr" indent="0" marL="0">
              <a:buNone/>
            </a:pPr>
            <a:r>
              <a:rPr lang="en-US" sz="1200" dirty="0">
                <a:solidFill>
                  <a:schemeClr val="bg1"/>
                </a:solidFill>
              </a:rPr>
              <a:t>Coral and fish at the Great Barrier Reef</a:t>
            </a:r>
            <a:endParaRPr lang="en-US" sz="1200" dirty="0"/>
          </a:p>
        </p:txBody>
      </p:sp>
      <p:sp>
        <p:nvSpPr>
          <p:cNvPr id="7" name="Stop badge"/>
          <p:cNvSpPr/>
          <p:nvPr/>
        </p:nvSpPr>
        <p:spPr>
          <a:xfrm>
            <a:off x="6309360" y="566928"/>
            <a:ext cx="457200" cy="457200"/>
          </a:xfrm>
          <a:prstGeom prst="ellipse">
            <a:avLst/>
          </a:prstGeom>
          <a:solidFill>
            <a:schemeClr val="accent2"/>
          </a:solidFill>
          <a:ln/>
        </p:spPr>
      </p:sp>
      <p:sp>
        <p:nvSpPr>
          <p:cNvPr id="8" name="Text 5"/>
          <p:cNvSpPr txBox="1"/>
          <p:nvPr/>
        </p:nvSpPr>
        <p:spPr>
          <a:xfrm>
            <a:off x="6309360" y="5669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6903720" y="566928"/>
            <a:ext cx="3566160" cy="457200"/>
          </a:xfrm>
          <a:prstGeom prst="rect">
            <a:avLst/>
          </a:prstGeom>
          <a:noFill/>
          <a:ln/>
        </p:spPr>
        <p:txBody>
          <a:bodyPr wrap="square" lIns="0" tIns="0" rIns="0" bIns="0" rtlCol="0" anchor="ctr"/>
          <a:lstStyle/>
          <a:p>
            <a:pPr indent="0" marL="0">
              <a:buNone/>
            </a:pPr>
            <a:r>
              <a:rPr lang="en-US" sz="1200" b="1" spc="200" kern="0" dirty="0">
                <a:solidFill>
                  <a:schemeClr val="accent2"/>
                </a:solidFill>
              </a:rPr>
              <a:t>STOP 2 OF 4   ·   DAYS 6–10</a:t>
            </a:r>
            <a:endParaRPr lang="en-US" sz="1200" dirty="0"/>
          </a:p>
        </p:txBody>
      </p:sp>
      <p:pic>
        <p:nvPicPr>
          <p:cNvPr id="10" name="Mini map" descr="preencoded.png">    </p:cNvPr>
          <p:cNvPicPr>
            <a:picLocks noChangeAspect="1"/>
          </p:cNvPicPr>
          <p:nvPr/>
        </p:nvPicPr>
        <p:blipFill>
          <a:blip r:embed="rId2"/>
          <a:stretch>
            <a:fillRect/>
          </a:stretch>
        </p:blipFill>
        <p:spPr>
          <a:xfrm>
            <a:off x="10615723" y="384048"/>
            <a:ext cx="970186" cy="914400"/>
          </a:xfrm>
          <a:prstGeom prst="rect">
            <a:avLst/>
          </a:prstGeom>
        </p:spPr>
      </p:pic>
      <p:sp>
        <p:nvSpPr>
          <p:cNvPr id="11" name="Mini map dot"/>
          <p:cNvSpPr/>
          <p:nvPr/>
        </p:nvSpPr>
        <p:spPr>
          <a:xfrm>
            <a:off x="11338605" y="508694"/>
            <a:ext cx="155448" cy="155448"/>
          </a:xfrm>
          <a:prstGeom prst="ellipse">
            <a:avLst/>
          </a:prstGeom>
          <a:solidFill>
            <a:schemeClr val="accent2"/>
          </a:solidFill>
          <a:ln w="19050">
            <a:solidFill>
              <a:schemeClr val="bg1"/>
            </a:solidFill>
            <a:prstDash val="solid"/>
          </a:ln>
        </p:spPr>
      </p:sp>
      <p:sp>
        <p:nvSpPr>
          <p:cNvPr id="12" name="Text 0"/>
          <p:cNvSpPr/>
          <p:nvPr>
            <p:ph idx="101" type="title" hasCustomPrompt="1"/>
          </p:nvPr>
        </p:nvSpPr>
        <p:spPr>
          <a:xfrm>
            <a:off x="6309360" y="1325880"/>
            <a:ext cx="5330952" cy="731520"/>
          </a:xfrm>
          <a:prstGeom prst="rect">
            <a:avLst/>
          </a:prstGeom>
          <a:noFill/>
          <a:ln/>
        </p:spPr>
        <p:txBody>
          <a:bodyPr wrap="square" lIns="0" tIns="0" rIns="0" bIns="0" rtlCol="0" anchor="ctr"/>
          <a:lstStyle/>
          <a:p>
            <a:pPr algn="l" indent="0" marL="0">
              <a:buNone/>
            </a:pPr>
            <a:r>
              <a:rPr lang="en-US" sz="4000" b="1" dirty="0">
                <a:solidFill>
                  <a:schemeClr val="tx2"/>
                </a:solidFill>
              </a:rPr>
              <a:t>Great Barrier Reef</a:t>
            </a:r>
            <a:endParaRPr lang="en-US" sz="4000" dirty="0"/>
          </a:p>
        </p:txBody>
      </p:sp>
      <p:sp>
        <p:nvSpPr>
          <p:cNvPr id="13" name="Tagline"/>
          <p:cNvSpPr txBox="1"/>
          <p:nvPr/>
        </p:nvSpPr>
        <p:spPr>
          <a:xfrm>
            <a:off x="6309360" y="2057400"/>
            <a:ext cx="5330952" cy="411480"/>
          </a:xfrm>
          <a:prstGeom prst="rect">
            <a:avLst/>
          </a:prstGeom>
          <a:noFill/>
          <a:ln/>
        </p:spPr>
        <p:txBody>
          <a:bodyPr wrap="square" lIns="0" tIns="0" rIns="0" bIns="0" rtlCol="0" anchor="ctr"/>
          <a:lstStyle/>
          <a:p>
            <a:pPr indent="0" marL="0">
              <a:buNone/>
            </a:pPr>
            <a:r>
              <a:rPr lang="en-US" sz="2000" i="1" dirty="0">
                <a:solidFill>
                  <a:schemeClr val="accent2"/>
                </a:solidFill>
              </a:rPr>
              <a:t>The biggest </a:t>
            </a:r>
            <a:pPr indent="0" marL="0">
              <a:buNone/>
            </a:pPr>
            <a:r>
              <a:rPr lang="en-US" sz="2000" i="1" dirty="0">
                <a:solidFill>
                  <a:schemeClr val="accent2"/>
                </a:solidFill>
                <a:highlight>
                  <a:srgbClr val="FFE27A"/>
                </a:highlight>
              </a:rPr>
              <a:t>coral reef</a:t>
            </a:r>
            <a:pPr indent="0" marL="0">
              <a:buNone/>
            </a:pPr>
            <a:r>
              <a:rPr lang="en-US" sz="2000" i="1" dirty="0">
                <a:solidFill>
                  <a:schemeClr val="accent2"/>
                </a:solidFill>
              </a:rPr>
              <a:t> in the world</a:t>
            </a:r>
            <a:endParaRPr lang="en-US" sz="2000" dirty="0"/>
          </a:p>
        </p:txBody>
      </p:sp>
      <p:sp>
        <p:nvSpPr>
          <p:cNvPr id="15" name="Reef stat 1"/>
          <p:cNvSpPr/>
          <p:nvPr/>
        </p:nvSpPr>
        <p:spPr>
          <a:xfrm>
            <a:off x="6309360" y="2743200"/>
            <a:ext cx="1673352" cy="1188720"/>
          </a:xfrm>
          <a:prstGeom prst="roundRect">
            <a:avLst>
              <a:gd name="adj" fmla="val 10769"/>
            </a:avLst>
          </a:prstGeom>
          <a:solidFill>
            <a:schemeClr val="accent2">
              <a:alpha val="12000"/>
            </a:schemeClr>
          </a:solidFill>
          <a:ln/>
        </p:spPr>
      </p:sp>
      <p:sp>
        <p:nvSpPr>
          <p:cNvPr id="16" name="Text 11"/>
          <p:cNvSpPr txBox="1"/>
          <p:nvPr/>
        </p:nvSpPr>
        <p:spPr>
          <a:xfrm>
            <a:off x="6400800" y="2898648"/>
            <a:ext cx="1490472" cy="502920"/>
          </a:xfrm>
          <a:prstGeom prst="rect">
            <a:avLst/>
          </a:prstGeom>
          <a:noFill/>
          <a:ln/>
        </p:spPr>
        <p:txBody>
          <a:bodyPr wrap="square" lIns="0" tIns="0" rIns="0" bIns="0" rtlCol="0" anchor="ctr"/>
          <a:lstStyle/>
          <a:p>
            <a:pPr algn="ctr" indent="0" marL="0">
              <a:buNone/>
            </a:pPr>
            <a:r>
              <a:rPr lang="en-US" sz="2600" b="1" dirty="0">
                <a:solidFill>
                  <a:schemeClr val="accent2"/>
                </a:solidFill>
              </a:rPr>
              <a:t>2,300 km</a:t>
            </a:r>
            <a:endParaRPr lang="en-US" sz="2600" dirty="0"/>
          </a:p>
        </p:txBody>
      </p:sp>
      <p:sp>
        <p:nvSpPr>
          <p:cNvPr id="17" name="Text 12"/>
          <p:cNvSpPr txBox="1"/>
          <p:nvPr/>
        </p:nvSpPr>
        <p:spPr>
          <a:xfrm>
            <a:off x="6400800" y="3419856"/>
            <a:ext cx="1490472" cy="320040"/>
          </a:xfrm>
          <a:prstGeom prst="rect">
            <a:avLst/>
          </a:prstGeom>
          <a:noFill/>
          <a:ln/>
        </p:spPr>
        <p:txBody>
          <a:bodyPr wrap="square" lIns="0" tIns="0" rIns="0" bIns="0" rtlCol="0" anchor="ctr"/>
          <a:lstStyle/>
          <a:p>
            <a:pPr algn="ctr" indent="0" marL="0">
              <a:buNone/>
            </a:pPr>
            <a:r>
              <a:rPr lang="en-US" sz="1400" dirty="0">
                <a:solidFill>
                  <a:schemeClr val="tx1"/>
                </a:solidFill>
              </a:rPr>
              <a:t>long</a:t>
            </a:r>
            <a:endParaRPr lang="en-US" sz="1400" dirty="0"/>
          </a:p>
        </p:txBody>
      </p:sp>
      <p:sp>
        <p:nvSpPr>
          <p:cNvPr id="18" name="Reef stat 2"/>
          <p:cNvSpPr/>
          <p:nvPr/>
        </p:nvSpPr>
        <p:spPr>
          <a:xfrm>
            <a:off x="8138160" y="2743200"/>
            <a:ext cx="1673352" cy="1188720"/>
          </a:xfrm>
          <a:prstGeom prst="roundRect">
            <a:avLst>
              <a:gd name="adj" fmla="val 10769"/>
            </a:avLst>
          </a:prstGeom>
          <a:solidFill>
            <a:schemeClr val="accent2">
              <a:alpha val="12000"/>
            </a:schemeClr>
          </a:solidFill>
          <a:ln/>
        </p:spPr>
      </p:sp>
      <p:sp>
        <p:nvSpPr>
          <p:cNvPr id="19" name="Text 14"/>
          <p:cNvSpPr txBox="1"/>
          <p:nvPr/>
        </p:nvSpPr>
        <p:spPr>
          <a:xfrm>
            <a:off x="8229600" y="2898648"/>
            <a:ext cx="1490472" cy="502920"/>
          </a:xfrm>
          <a:prstGeom prst="rect">
            <a:avLst/>
          </a:prstGeom>
          <a:noFill/>
          <a:ln/>
        </p:spPr>
        <p:txBody>
          <a:bodyPr wrap="square" lIns="0" tIns="0" rIns="0" bIns="0" rtlCol="0" anchor="ctr"/>
          <a:lstStyle/>
          <a:p>
            <a:pPr algn="ctr" indent="0" marL="0">
              <a:buNone/>
            </a:pPr>
            <a:r>
              <a:rPr lang="en-US" sz="2600" b="1" dirty="0">
                <a:solidFill>
                  <a:schemeClr val="accent2"/>
                </a:solidFill>
              </a:rPr>
              <a:t>≈ 3,000</a:t>
            </a:r>
            <a:endParaRPr lang="en-US" sz="2600" dirty="0"/>
          </a:p>
        </p:txBody>
      </p:sp>
      <p:sp>
        <p:nvSpPr>
          <p:cNvPr id="20" name="Text 15"/>
          <p:cNvSpPr txBox="1"/>
          <p:nvPr/>
        </p:nvSpPr>
        <p:spPr>
          <a:xfrm>
            <a:off x="8229600" y="3419856"/>
            <a:ext cx="1490472" cy="320040"/>
          </a:xfrm>
          <a:prstGeom prst="rect">
            <a:avLst/>
          </a:prstGeom>
          <a:noFill/>
          <a:ln/>
        </p:spPr>
        <p:txBody>
          <a:bodyPr wrap="square" lIns="0" tIns="0" rIns="0" bIns="0" rtlCol="0" anchor="ctr"/>
          <a:lstStyle/>
          <a:p>
            <a:pPr algn="ctr" indent="0" marL="0">
              <a:buNone/>
            </a:pPr>
            <a:r>
              <a:rPr lang="en-US" sz="1400" dirty="0">
                <a:solidFill>
                  <a:schemeClr val="tx1"/>
                </a:solidFill>
              </a:rPr>
              <a:t>single reefs</a:t>
            </a:r>
            <a:endParaRPr lang="en-US" sz="1400" dirty="0"/>
          </a:p>
        </p:txBody>
      </p:sp>
      <p:sp>
        <p:nvSpPr>
          <p:cNvPr id="21" name="Reef stat 3"/>
          <p:cNvSpPr/>
          <p:nvPr/>
        </p:nvSpPr>
        <p:spPr>
          <a:xfrm>
            <a:off x="9966960" y="2743200"/>
            <a:ext cx="1673352" cy="1188720"/>
          </a:xfrm>
          <a:prstGeom prst="roundRect">
            <a:avLst>
              <a:gd name="adj" fmla="val 10769"/>
            </a:avLst>
          </a:prstGeom>
          <a:solidFill>
            <a:schemeClr val="accent2">
              <a:alpha val="12000"/>
            </a:schemeClr>
          </a:solidFill>
          <a:ln/>
        </p:spPr>
      </p:sp>
      <p:sp>
        <p:nvSpPr>
          <p:cNvPr id="22" name="Text 17"/>
          <p:cNvSpPr txBox="1"/>
          <p:nvPr/>
        </p:nvSpPr>
        <p:spPr>
          <a:xfrm>
            <a:off x="10058400" y="2898648"/>
            <a:ext cx="1490472" cy="502920"/>
          </a:xfrm>
          <a:prstGeom prst="rect">
            <a:avLst/>
          </a:prstGeom>
          <a:noFill/>
          <a:ln/>
        </p:spPr>
        <p:txBody>
          <a:bodyPr wrap="square" lIns="0" tIns="0" rIns="0" bIns="0" rtlCol="0" anchor="ctr"/>
          <a:lstStyle/>
          <a:p>
            <a:pPr algn="ctr" indent="0" marL="0">
              <a:buNone/>
            </a:pPr>
            <a:r>
              <a:rPr lang="en-US" sz="2600" b="1" dirty="0">
                <a:solidFill>
                  <a:schemeClr val="accent2"/>
                </a:solidFill>
              </a:rPr>
              <a:t>1,500+</a:t>
            </a:r>
            <a:endParaRPr lang="en-US" sz="2600" dirty="0"/>
          </a:p>
        </p:txBody>
      </p:sp>
      <p:sp>
        <p:nvSpPr>
          <p:cNvPr id="23" name="Text 18"/>
          <p:cNvSpPr txBox="1"/>
          <p:nvPr/>
        </p:nvSpPr>
        <p:spPr>
          <a:xfrm>
            <a:off x="10058400" y="3419856"/>
            <a:ext cx="1490472" cy="320040"/>
          </a:xfrm>
          <a:prstGeom prst="rect">
            <a:avLst/>
          </a:prstGeom>
          <a:noFill/>
          <a:ln/>
        </p:spPr>
        <p:txBody>
          <a:bodyPr wrap="square" lIns="0" tIns="0" rIns="0" bIns="0" rtlCol="0" anchor="ctr"/>
          <a:lstStyle/>
          <a:p>
            <a:pPr algn="ctr" indent="0" marL="0">
              <a:buNone/>
            </a:pPr>
            <a:r>
              <a:rPr lang="en-US" sz="1400" dirty="0">
                <a:solidFill>
                  <a:schemeClr val="tx1"/>
                </a:solidFill>
              </a:rPr>
              <a:t>kinds of fish</a:t>
            </a:r>
            <a:endParaRPr lang="en-US" sz="1400" dirty="0"/>
          </a:p>
        </p:txBody>
      </p:sp>
      <p:sp>
        <p:nvSpPr>
          <p:cNvPr id="24" name="History box"/>
          <p:cNvSpPr/>
          <p:nvPr/>
        </p:nvSpPr>
        <p:spPr>
          <a:xfrm>
            <a:off x="6309360" y="4160520"/>
            <a:ext cx="5330952" cy="1188720"/>
          </a:xfrm>
          <a:prstGeom prst="roundRect">
            <a:avLst>
              <a:gd name="adj" fmla="val 10769"/>
            </a:avLst>
          </a:prstGeom>
          <a:solidFill>
            <a:schemeClr val="bg2"/>
          </a:solidFill>
          <a:ln/>
        </p:spPr>
      </p:sp>
      <p:sp>
        <p:nvSpPr>
          <p:cNvPr id="25" name="History circle"/>
          <p:cNvSpPr/>
          <p:nvPr/>
        </p:nvSpPr>
        <p:spPr>
          <a:xfrm>
            <a:off x="6510528" y="4443984"/>
            <a:ext cx="621792" cy="621792"/>
          </a:xfrm>
          <a:prstGeom prst="ellipse">
            <a:avLst/>
          </a:prstGeom>
          <a:solidFill>
            <a:schemeClr val="accent2"/>
          </a:solidFill>
          <a:ln/>
        </p:spPr>
      </p:sp>
      <p:pic>
        <p:nvPicPr>
          <p:cNvPr id="26" name="History icon" descr="preencoded.png">    </p:cNvPr>
          <p:cNvPicPr>
            <a:picLocks noChangeAspect="1"/>
          </p:cNvPicPr>
          <p:nvPr/>
        </p:nvPicPr>
        <p:blipFill>
          <a:blip r:embed="rId3"/>
          <a:stretch>
            <a:fillRect/>
          </a:stretch>
        </p:blipFill>
        <p:spPr>
          <a:xfrm>
            <a:off x="6653540" y="4586996"/>
            <a:ext cx="335768" cy="335768"/>
          </a:xfrm>
          <a:prstGeom prst="rect">
            <a:avLst/>
          </a:prstGeom>
        </p:spPr>
      </p:pic>
      <p:sp>
        <p:nvSpPr>
          <p:cNvPr id="27" name="Text 21"/>
          <p:cNvSpPr txBox="1"/>
          <p:nvPr/>
        </p:nvSpPr>
        <p:spPr>
          <a:xfrm>
            <a:off x="7315200" y="4279392"/>
            <a:ext cx="41148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HISTORY</a:t>
            </a:r>
            <a:endParaRPr lang="en-US" sz="1100" dirty="0"/>
          </a:p>
        </p:txBody>
      </p:sp>
      <p:sp>
        <p:nvSpPr>
          <p:cNvPr id="28" name="Text 22"/>
          <p:cNvSpPr txBox="1"/>
          <p:nvPr/>
        </p:nvSpPr>
        <p:spPr>
          <a:xfrm>
            <a:off x="7315200" y="4553712"/>
            <a:ext cx="4160520" cy="685800"/>
          </a:xfrm>
          <a:prstGeom prst="rect">
            <a:avLst/>
          </a:prstGeom>
          <a:noFill/>
          <a:ln/>
        </p:spPr>
        <p:txBody>
          <a:bodyPr wrap="square" lIns="0" tIns="0" rIns="0" bIns="0" rtlCol="0" anchor="t"/>
          <a:lstStyle/>
          <a:p>
            <a:pPr indent="0" marL="0">
              <a:buNone/>
            </a:pPr>
            <a:r>
              <a:rPr lang="en-US" sz="1500" dirty="0">
                <a:solidFill>
                  <a:schemeClr val="tx1"/>
                </a:solidFill>
              </a:rPr>
              <a:t>In 1770, Captain James Cook </a:t>
            </a:r>
            <a:pPr indent="0" marL="0">
              <a:buNone/>
            </a:pPr>
            <a:r>
              <a:rPr lang="en-US" sz="1500" b="1" dirty="0">
                <a:solidFill>
                  <a:schemeClr val="accent1"/>
                </a:solidFill>
              </a:rPr>
              <a:t>was sailing</a:t>
            </a:r>
            <a:pPr indent="0" marL="0">
              <a:buNone/>
            </a:pPr>
            <a:r>
              <a:rPr lang="en-US" sz="1500" dirty="0">
                <a:solidFill>
                  <a:schemeClr val="tx1"/>
                </a:solidFill>
              </a:rPr>
              <a:t> along the </a:t>
            </a:r>
            <a:pPr indent="0" marL="0">
              <a:buNone/>
            </a:pPr>
            <a:r>
              <a:rPr lang="en-US" sz="1500" dirty="0">
                <a:solidFill>
                  <a:schemeClr val="tx1"/>
                </a:solidFill>
                <a:highlight>
                  <a:srgbClr val="FFE27A"/>
                </a:highlight>
              </a:rPr>
              <a:t>coast</a:t>
            </a:r>
            <a:pPr indent="0" marL="0">
              <a:buNone/>
            </a:pPr>
            <a:r>
              <a:rPr lang="en-US" sz="1500" dirty="0">
                <a:solidFill>
                  <a:schemeClr val="tx1"/>
                </a:solidFill>
              </a:rPr>
              <a:t> when his ship hit the reef.</a:t>
            </a:r>
            <a:endParaRPr lang="en-US" sz="1500" dirty="0"/>
          </a:p>
        </p:txBody>
      </p:sp>
      <p:sp>
        <p:nvSpPr>
          <p:cNvPr id="29" name="Snorkelling circle"/>
          <p:cNvSpPr/>
          <p:nvPr/>
        </p:nvSpPr>
        <p:spPr>
          <a:xfrm>
            <a:off x="6309360" y="5559552"/>
            <a:ext cx="512064" cy="512064"/>
          </a:xfrm>
          <a:prstGeom prst="ellipse">
            <a:avLst/>
          </a:prstGeom>
          <a:solidFill>
            <a:schemeClr val="accent2"/>
          </a:solidFill>
          <a:ln/>
        </p:spPr>
      </p:sp>
      <p:pic>
        <p:nvPicPr>
          <p:cNvPr id="30" name="Snorkelling icon" descr="preencoded.png">    </p:cNvPr>
          <p:cNvPicPr>
            <a:picLocks noChangeAspect="1"/>
          </p:cNvPicPr>
          <p:nvPr/>
        </p:nvPicPr>
        <p:blipFill>
          <a:blip r:embed="rId4"/>
          <a:stretch>
            <a:fillRect/>
          </a:stretch>
        </p:blipFill>
        <p:spPr>
          <a:xfrm>
            <a:off x="6427135" y="5677327"/>
            <a:ext cx="276515" cy="276515"/>
          </a:xfrm>
          <a:prstGeom prst="rect">
            <a:avLst/>
          </a:prstGeom>
        </p:spPr>
      </p:pic>
      <p:sp>
        <p:nvSpPr>
          <p:cNvPr id="31" name="Text 24"/>
          <p:cNvSpPr txBox="1"/>
          <p:nvPr/>
        </p:nvSpPr>
        <p:spPr>
          <a:xfrm>
            <a:off x="6995160" y="5559552"/>
            <a:ext cx="4645152" cy="512064"/>
          </a:xfrm>
          <a:prstGeom prst="rect">
            <a:avLst/>
          </a:prstGeom>
          <a:noFill/>
          <a:ln/>
        </p:spPr>
        <p:txBody>
          <a:bodyPr wrap="square" lIns="0" tIns="0" rIns="0" bIns="0" rtlCol="0" anchor="ctr"/>
          <a:lstStyle/>
          <a:p>
            <a:pPr indent="0" marL="0">
              <a:buNone/>
            </a:pPr>
            <a:r>
              <a:rPr lang="en-US" sz="1600" dirty="0">
                <a:solidFill>
                  <a:schemeClr val="tx1"/>
                </a:solidFill>
              </a:rPr>
              <a:t>We would go </a:t>
            </a:r>
            <a:pPr indent="0" marL="0">
              <a:buNone/>
            </a:pPr>
            <a:r>
              <a:rPr lang="en-US" sz="1600" dirty="0">
                <a:solidFill>
                  <a:schemeClr val="tx1"/>
                </a:solidFill>
                <a:highlight>
                  <a:srgbClr val="FFE27A"/>
                </a:highlight>
              </a:rPr>
              <a:t>snorkelling</a:t>
            </a:r>
            <a:pPr indent="0" marL="0">
              <a:buNone/>
            </a:pPr>
            <a:r>
              <a:rPr lang="en-US" sz="1600" dirty="0">
                <a:solidFill>
                  <a:schemeClr val="tx1"/>
                </a:solidFill>
              </a:rPr>
              <a:t> from Cairns – with a guide.</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hoto backing"/>
          <p:cNvSpPr/>
          <p:nvPr/>
        </p:nvSpPr>
        <p:spPr>
          <a:xfrm>
            <a:off x="0" y="0"/>
            <a:ext cx="5760720" cy="6858000"/>
          </a:xfrm>
          <a:prstGeom prst="rect">
            <a:avLst/>
          </a:prstGeom>
          <a:solidFill>
            <a:schemeClr val="accent1">
              <a:alpha val="14000"/>
            </a:schemeClr>
          </a:solidFill>
          <a:ln/>
        </p:spPr>
      </p:sp>
      <p:pic>
        <p:nvPicPr>
          <p:cNvPr id="3" name="Photo backing icon" descr="preencoded.png">    </p:cNvPr>
          <p:cNvPicPr>
            <a:picLocks noChangeAspect="1"/>
          </p:cNvPicPr>
          <p:nvPr/>
        </p:nvPicPr>
        <p:blipFill>
          <a:blip r:embed="rId1"/>
          <a:stretch>
            <a:fillRect/>
          </a:stretch>
        </p:blipFill>
        <p:spPr>
          <a:xfrm>
            <a:off x="2468880" y="3977640"/>
            <a:ext cx="822960" cy="822960"/>
          </a:xfrm>
          <a:prstGeom prst="rect">
            <a:avLst/>
          </a:prstGeom>
        </p:spPr>
      </p:pic>
      <p:sp>
        <p:nvSpPr>
          <p:cNvPr id="4" name="Photo backing text"/>
          <p:cNvSpPr txBox="1"/>
          <p:nvPr/>
        </p:nvSpPr>
        <p:spPr>
          <a:xfrm>
            <a:off x="457200" y="4846320"/>
            <a:ext cx="4846320" cy="365760"/>
          </a:xfrm>
          <a:prstGeom prst="rect">
            <a:avLst/>
          </a:prstGeom>
          <a:noFill/>
          <a:ln/>
        </p:spPr>
        <p:txBody>
          <a:bodyPr wrap="square" lIns="0" tIns="0" rIns="0" bIns="0" rtlCol="0" anchor="ctr"/>
          <a:lstStyle/>
          <a:p>
            <a:pPr algn="ctr" indent="0" marL="0">
              <a:buNone/>
            </a:pPr>
            <a:r>
              <a:rPr lang="en-US" sz="1400" dirty="0">
                <a:solidFill>
                  <a:schemeClr val="accent1"/>
                </a:solidFill>
              </a:rPr>
              <a:t>Insert photo here</a:t>
            </a:r>
            <a:endParaRPr lang="en-US" sz="1400" dirty="0"/>
          </a:p>
        </p:txBody>
      </p:sp>
      <p:sp>
        <p:nvSpPr>
          <p:cNvPr id="5" name="Picture Placeholder 5"/>
          <p:cNvSpPr>
            <a:spLocks noGrp="1"/>
          </p:cNvSpPr>
          <p:nvPr>
            <p:ph type="pic" idx="100"/>
          </p:nvPr>
        </p:nvSpPr>
        <p:spPr/>
      </p:sp>
      <p:sp>
        <p:nvSpPr>
          <p:cNvPr id="6" name="Photo caption"/>
          <p:cNvSpPr txBox="1"/>
          <p:nvPr/>
        </p:nvSpPr>
        <p:spPr>
          <a:xfrm>
            <a:off x="320040" y="6144768"/>
            <a:ext cx="1549908" cy="384048"/>
          </a:xfrm>
          <a:prstGeom prst="roundRect">
            <a:avLst>
              <a:gd name="adj" fmla="val 50000"/>
            </a:avLst>
          </a:prstGeom>
          <a:solidFill>
            <a:schemeClr val="tx2">
              <a:alpha val="80000"/>
            </a:schemeClr>
          </a:solidFill>
          <a:ln/>
        </p:spPr>
        <p:txBody>
          <a:bodyPr wrap="square" lIns="0" tIns="0" rIns="0" bIns="0" rtlCol="0" anchor="ctr"/>
          <a:lstStyle/>
          <a:p>
            <a:pPr algn="ctr" indent="0" marL="0">
              <a:buNone/>
            </a:pPr>
            <a:r>
              <a:rPr lang="en-US" sz="1200" dirty="0">
                <a:solidFill>
                  <a:schemeClr val="bg1"/>
                </a:solidFill>
              </a:rPr>
              <a:t>Uluru at sunset</a:t>
            </a:r>
            <a:endParaRPr lang="en-US" sz="1200" dirty="0"/>
          </a:p>
        </p:txBody>
      </p:sp>
      <p:sp>
        <p:nvSpPr>
          <p:cNvPr id="7" name="Stop badge"/>
          <p:cNvSpPr/>
          <p:nvPr/>
        </p:nvSpPr>
        <p:spPr>
          <a:xfrm>
            <a:off x="6309360" y="566928"/>
            <a:ext cx="457200" cy="457200"/>
          </a:xfrm>
          <a:prstGeom prst="ellipse">
            <a:avLst/>
          </a:prstGeom>
          <a:solidFill>
            <a:schemeClr val="accent1"/>
          </a:solidFill>
          <a:ln/>
        </p:spPr>
      </p:sp>
      <p:sp>
        <p:nvSpPr>
          <p:cNvPr id="8" name="Text 5"/>
          <p:cNvSpPr txBox="1"/>
          <p:nvPr/>
        </p:nvSpPr>
        <p:spPr>
          <a:xfrm>
            <a:off x="6309360" y="5669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6"/>
          <p:cNvSpPr txBox="1"/>
          <p:nvPr/>
        </p:nvSpPr>
        <p:spPr>
          <a:xfrm>
            <a:off x="6903720" y="566928"/>
            <a:ext cx="3566160" cy="457200"/>
          </a:xfrm>
          <a:prstGeom prst="rect">
            <a:avLst/>
          </a:prstGeom>
          <a:noFill/>
          <a:ln/>
        </p:spPr>
        <p:txBody>
          <a:bodyPr wrap="square" lIns="0" tIns="0" rIns="0" bIns="0" rtlCol="0" anchor="ctr"/>
          <a:lstStyle/>
          <a:p>
            <a:pPr indent="0" marL="0">
              <a:buNone/>
            </a:pPr>
            <a:r>
              <a:rPr lang="en-US" sz="1200" b="1" spc="200" kern="0" dirty="0">
                <a:solidFill>
                  <a:schemeClr val="accent1"/>
                </a:solidFill>
              </a:rPr>
              <a:t>STOP 3 OF 4   ·   DAYS 11–14</a:t>
            </a:r>
            <a:endParaRPr lang="en-US" sz="1200" dirty="0"/>
          </a:p>
        </p:txBody>
      </p:sp>
      <p:pic>
        <p:nvPicPr>
          <p:cNvPr id="10" name="Mini map" descr="preencoded.png">    </p:cNvPr>
          <p:cNvPicPr>
            <a:picLocks noChangeAspect="1"/>
          </p:cNvPicPr>
          <p:nvPr/>
        </p:nvPicPr>
        <p:blipFill>
          <a:blip r:embed="rId2"/>
          <a:stretch>
            <a:fillRect/>
          </a:stretch>
        </p:blipFill>
        <p:spPr>
          <a:xfrm>
            <a:off x="10615723" y="384048"/>
            <a:ext cx="970186" cy="914400"/>
          </a:xfrm>
          <a:prstGeom prst="rect">
            <a:avLst/>
          </a:prstGeom>
        </p:spPr>
      </p:pic>
      <p:sp>
        <p:nvSpPr>
          <p:cNvPr id="11" name="Mini map dot"/>
          <p:cNvSpPr/>
          <p:nvPr/>
        </p:nvSpPr>
        <p:spPr>
          <a:xfrm>
            <a:off x="10972370" y="715730"/>
            <a:ext cx="155448" cy="155448"/>
          </a:xfrm>
          <a:prstGeom prst="ellipse">
            <a:avLst/>
          </a:prstGeom>
          <a:solidFill>
            <a:schemeClr val="accent1"/>
          </a:solidFill>
          <a:ln w="19050">
            <a:solidFill>
              <a:schemeClr val="bg1"/>
            </a:solidFill>
            <a:prstDash val="solid"/>
          </a:ln>
        </p:spPr>
      </p:sp>
      <p:sp>
        <p:nvSpPr>
          <p:cNvPr id="12" name="Text 0"/>
          <p:cNvSpPr/>
          <p:nvPr>
            <p:ph idx="101" type="title" hasCustomPrompt="1"/>
          </p:nvPr>
        </p:nvSpPr>
        <p:spPr>
          <a:xfrm>
            <a:off x="6309360" y="1325880"/>
            <a:ext cx="5330952" cy="731520"/>
          </a:xfrm>
          <a:prstGeom prst="rect">
            <a:avLst/>
          </a:prstGeom>
          <a:noFill/>
          <a:ln/>
        </p:spPr>
        <p:txBody>
          <a:bodyPr wrap="square" lIns="0" tIns="0" rIns="0" bIns="0" rtlCol="0" anchor="ctr"/>
          <a:lstStyle/>
          <a:p>
            <a:pPr algn="l" indent="0" marL="0">
              <a:buNone/>
            </a:pPr>
            <a:r>
              <a:rPr lang="en-US" sz="4000" b="1" dirty="0">
                <a:solidFill>
                  <a:schemeClr val="tx2"/>
                </a:solidFill>
              </a:rPr>
              <a:t>Uluru</a:t>
            </a:r>
            <a:endParaRPr lang="en-US" sz="4000" dirty="0"/>
          </a:p>
        </p:txBody>
      </p:sp>
      <p:sp>
        <p:nvSpPr>
          <p:cNvPr id="13" name="Tagline"/>
          <p:cNvSpPr txBox="1"/>
          <p:nvPr/>
        </p:nvSpPr>
        <p:spPr>
          <a:xfrm>
            <a:off x="6309360" y="2057400"/>
            <a:ext cx="5330952" cy="411480"/>
          </a:xfrm>
          <a:prstGeom prst="rect">
            <a:avLst/>
          </a:prstGeom>
          <a:noFill/>
          <a:ln/>
        </p:spPr>
        <p:txBody>
          <a:bodyPr wrap="square" lIns="0" tIns="0" rIns="0" bIns="0" rtlCol="0" anchor="ctr"/>
          <a:lstStyle/>
          <a:p>
            <a:pPr indent="0" marL="0">
              <a:buNone/>
            </a:pPr>
            <a:r>
              <a:rPr lang="en-US" sz="2000" i="1" dirty="0">
                <a:solidFill>
                  <a:schemeClr val="accent1"/>
                </a:solidFill>
              </a:rPr>
              <a:t>The red heart of the </a:t>
            </a:r>
            <a:pPr indent="0" marL="0">
              <a:buNone/>
            </a:pPr>
            <a:r>
              <a:rPr lang="en-US" sz="2000" i="1" dirty="0">
                <a:solidFill>
                  <a:schemeClr val="accent1"/>
                </a:solidFill>
                <a:highlight>
                  <a:srgbClr val="FFE27A"/>
                </a:highlight>
              </a:rPr>
              <a:t>outback</a:t>
            </a:r>
            <a:endParaRPr lang="en-US" sz="2000" dirty="0"/>
          </a:p>
        </p:txBody>
      </p:sp>
      <p:sp>
        <p:nvSpPr>
          <p:cNvPr id="15" name="Text 10"/>
          <p:cNvSpPr txBox="1"/>
          <p:nvPr/>
        </p:nvSpPr>
        <p:spPr>
          <a:xfrm>
            <a:off x="6309360" y="2697480"/>
            <a:ext cx="2606040" cy="777240"/>
          </a:xfrm>
          <a:prstGeom prst="rect">
            <a:avLst/>
          </a:prstGeom>
          <a:noFill/>
          <a:ln/>
        </p:spPr>
        <p:txBody>
          <a:bodyPr wrap="square" lIns="0" tIns="0" rIns="0" bIns="0" rtlCol="0" anchor="ctr"/>
          <a:lstStyle/>
          <a:p>
            <a:pPr indent="0" marL="0">
              <a:buNone/>
            </a:pPr>
            <a:r>
              <a:rPr lang="en-US" sz="5400" b="1" dirty="0">
                <a:solidFill>
                  <a:schemeClr val="accent1"/>
                </a:solidFill>
              </a:rPr>
              <a:t>348 m</a:t>
            </a:r>
            <a:endParaRPr lang="en-US" sz="5400" dirty="0"/>
          </a:p>
        </p:txBody>
      </p:sp>
      <p:sp>
        <p:nvSpPr>
          <p:cNvPr id="16" name="Text 11"/>
          <p:cNvSpPr txBox="1"/>
          <p:nvPr/>
        </p:nvSpPr>
        <p:spPr>
          <a:xfrm>
            <a:off x="6309360" y="3493008"/>
            <a:ext cx="2606040" cy="292608"/>
          </a:xfrm>
          <a:prstGeom prst="rect">
            <a:avLst/>
          </a:prstGeom>
          <a:noFill/>
          <a:ln/>
        </p:spPr>
        <p:txBody>
          <a:bodyPr wrap="square" lIns="0" tIns="0" rIns="0" bIns="0" rtlCol="0" anchor="ctr"/>
          <a:lstStyle/>
          <a:p>
            <a:pPr indent="0" marL="0">
              <a:buNone/>
            </a:pPr>
            <a:r>
              <a:rPr lang="en-US" sz="1500" dirty="0">
                <a:solidFill>
                  <a:srgbClr val="5F6B68"/>
                </a:solidFill>
              </a:rPr>
              <a:t>high</a:t>
            </a:r>
            <a:endParaRPr lang="en-US" sz="1500" dirty="0"/>
          </a:p>
        </p:txBody>
      </p:sp>
      <p:sp>
        <p:nvSpPr>
          <p:cNvPr id="17" name="Text 12"/>
          <p:cNvSpPr txBox="1"/>
          <p:nvPr/>
        </p:nvSpPr>
        <p:spPr>
          <a:xfrm>
            <a:off x="9006840" y="2697480"/>
            <a:ext cx="2606040" cy="777240"/>
          </a:xfrm>
          <a:prstGeom prst="rect">
            <a:avLst/>
          </a:prstGeom>
          <a:noFill/>
          <a:ln/>
        </p:spPr>
        <p:txBody>
          <a:bodyPr wrap="square" lIns="0" tIns="0" rIns="0" bIns="0" rtlCol="0" anchor="ctr"/>
          <a:lstStyle/>
          <a:p>
            <a:pPr indent="0" marL="0">
              <a:buNone/>
            </a:pPr>
            <a:r>
              <a:rPr lang="en-US" sz="5400" b="1" dirty="0">
                <a:solidFill>
                  <a:schemeClr val="accent1"/>
                </a:solidFill>
              </a:rPr>
              <a:t>9.4 km</a:t>
            </a:r>
            <a:endParaRPr lang="en-US" sz="5400" dirty="0"/>
          </a:p>
        </p:txBody>
      </p:sp>
      <p:sp>
        <p:nvSpPr>
          <p:cNvPr id="18" name="Text 13"/>
          <p:cNvSpPr txBox="1"/>
          <p:nvPr/>
        </p:nvSpPr>
        <p:spPr>
          <a:xfrm>
            <a:off x="9006840" y="3493008"/>
            <a:ext cx="2606040" cy="292608"/>
          </a:xfrm>
          <a:prstGeom prst="rect">
            <a:avLst/>
          </a:prstGeom>
          <a:noFill/>
          <a:ln/>
        </p:spPr>
        <p:txBody>
          <a:bodyPr wrap="square" lIns="0" tIns="0" rIns="0" bIns="0" rtlCol="0" anchor="ctr"/>
          <a:lstStyle/>
          <a:p>
            <a:pPr indent="0" marL="0">
              <a:buNone/>
            </a:pPr>
            <a:r>
              <a:rPr lang="en-US" sz="1500" dirty="0">
                <a:solidFill>
                  <a:srgbClr val="5F6B68"/>
                </a:solidFill>
              </a:rPr>
              <a:t>around the rock</a:t>
            </a:r>
            <a:endParaRPr lang="en-US" sz="1500" dirty="0"/>
          </a:p>
        </p:txBody>
      </p:sp>
      <p:sp>
        <p:nvSpPr>
          <p:cNvPr id="19" name="Sacred box"/>
          <p:cNvSpPr/>
          <p:nvPr/>
        </p:nvSpPr>
        <p:spPr>
          <a:xfrm>
            <a:off x="6309360" y="4069080"/>
            <a:ext cx="5330952" cy="1097280"/>
          </a:xfrm>
          <a:prstGeom prst="roundRect">
            <a:avLst>
              <a:gd name="adj" fmla="val 11667"/>
            </a:avLst>
          </a:prstGeom>
          <a:solidFill>
            <a:schemeClr val="bg2"/>
          </a:solidFill>
          <a:ln/>
        </p:spPr>
      </p:sp>
      <p:sp>
        <p:nvSpPr>
          <p:cNvPr id="20" name="No climbing circle"/>
          <p:cNvSpPr/>
          <p:nvPr/>
        </p:nvSpPr>
        <p:spPr>
          <a:xfrm>
            <a:off x="6510528" y="4306824"/>
            <a:ext cx="621792" cy="621792"/>
          </a:xfrm>
          <a:prstGeom prst="ellipse">
            <a:avLst/>
          </a:prstGeom>
          <a:solidFill>
            <a:schemeClr val="accent1"/>
          </a:solidFill>
          <a:ln/>
        </p:spPr>
      </p:sp>
      <p:pic>
        <p:nvPicPr>
          <p:cNvPr id="21" name="No climbing icon" descr="preencoded.png">    </p:cNvPr>
          <p:cNvPicPr>
            <a:picLocks noChangeAspect="1"/>
          </p:cNvPicPr>
          <p:nvPr/>
        </p:nvPicPr>
        <p:blipFill>
          <a:blip r:embed="rId3"/>
          <a:stretch>
            <a:fillRect/>
          </a:stretch>
        </p:blipFill>
        <p:spPr>
          <a:xfrm>
            <a:off x="6653540" y="4449836"/>
            <a:ext cx="335768" cy="335768"/>
          </a:xfrm>
          <a:prstGeom prst="rect">
            <a:avLst/>
          </a:prstGeom>
        </p:spPr>
      </p:pic>
      <p:sp>
        <p:nvSpPr>
          <p:cNvPr id="22" name="Text 16"/>
          <p:cNvSpPr txBox="1"/>
          <p:nvPr/>
        </p:nvSpPr>
        <p:spPr>
          <a:xfrm>
            <a:off x="7315200" y="4160520"/>
            <a:ext cx="4160520" cy="914400"/>
          </a:xfrm>
          <a:prstGeom prst="rect">
            <a:avLst/>
          </a:prstGeom>
          <a:noFill/>
          <a:ln/>
        </p:spPr>
        <p:txBody>
          <a:bodyPr wrap="square" lIns="0" tIns="0" rIns="0" bIns="0" rtlCol="0" anchor="ctr"/>
          <a:lstStyle/>
          <a:p>
            <a:pPr indent="0" marL="0">
              <a:buNone/>
            </a:pPr>
            <a:r>
              <a:rPr lang="en-US" sz="1500" dirty="0">
                <a:solidFill>
                  <a:schemeClr val="tx1"/>
                </a:solidFill>
              </a:rPr>
              <a:t>Uluru is </a:t>
            </a:r>
            <a:pPr indent="0" marL="0">
              <a:buNone/>
            </a:pPr>
            <a:r>
              <a:rPr lang="en-US" sz="1500" dirty="0">
                <a:solidFill>
                  <a:schemeClr val="tx1"/>
                </a:solidFill>
                <a:highlight>
                  <a:srgbClr val="FFE27A"/>
                </a:highlight>
              </a:rPr>
              <a:t>sacred</a:t>
            </a:r>
            <a:pPr indent="0" marL="0">
              <a:buNone/>
            </a:pPr>
            <a:r>
              <a:rPr lang="en-US" sz="1500" dirty="0">
                <a:solidFill>
                  <a:schemeClr val="tx1"/>
                </a:solidFill>
              </a:rPr>
              <a:t> to the Anangu, the </a:t>
            </a:r>
            <a:pPr indent="0" marL="0">
              <a:buNone/>
            </a:pPr>
            <a:r>
              <a:rPr lang="en-US" sz="1500" dirty="0">
                <a:solidFill>
                  <a:schemeClr val="tx1"/>
                </a:solidFill>
                <a:highlight>
                  <a:srgbClr val="FFE27A"/>
                </a:highlight>
              </a:rPr>
              <a:t>Aboriginal</a:t>
            </a:r>
            <a:pPr indent="0" marL="0">
              <a:buNone/>
            </a:pPr>
            <a:r>
              <a:rPr lang="en-US" sz="1500" dirty="0">
                <a:solidFill>
                  <a:schemeClr val="tx1"/>
                </a:solidFill>
              </a:rPr>
              <a:t> owners of the land. </a:t>
            </a:r>
            <a:pPr indent="0" marL="0">
              <a:buNone/>
            </a:pPr>
            <a:r>
              <a:rPr lang="en-US" sz="1500" b="1" dirty="0">
                <a:solidFill>
                  <a:schemeClr val="tx1"/>
                </a:solidFill>
              </a:rPr>
              <a:t>No climbing since 2019!</a:t>
            </a:r>
            <a:endParaRPr lang="en-US" sz="1500" dirty="0"/>
          </a:p>
        </p:txBody>
      </p:sp>
      <p:sp>
        <p:nvSpPr>
          <p:cNvPr id="23" name="Text 17"/>
          <p:cNvSpPr txBox="1"/>
          <p:nvPr/>
        </p:nvSpPr>
        <p:spPr>
          <a:xfrm>
            <a:off x="6309360" y="5349240"/>
            <a:ext cx="5330952" cy="310896"/>
          </a:xfrm>
          <a:prstGeom prst="rect">
            <a:avLst/>
          </a:prstGeom>
          <a:noFill/>
          <a:ln/>
        </p:spPr>
        <p:txBody>
          <a:bodyPr wrap="square" lIns="0" tIns="0" rIns="0" bIns="0" rtlCol="0" anchor="ctr"/>
          <a:lstStyle/>
          <a:p>
            <a:pPr indent="0" marL="0">
              <a:buNone/>
            </a:pPr>
            <a:r>
              <a:rPr lang="en-US" sz="1500" dirty="0">
                <a:solidFill>
                  <a:schemeClr val="tx1"/>
                </a:solidFill>
              </a:rPr>
              <a:t>At sunset the rock changes its colour:</a:t>
            </a:r>
            <a:endParaRPr lang="en-US" sz="1500" dirty="0"/>
          </a:p>
        </p:txBody>
      </p:sp>
      <p:sp>
        <p:nvSpPr>
          <p:cNvPr id="24" name="Sunset colour 1"/>
          <p:cNvSpPr/>
          <p:nvPr/>
        </p:nvSpPr>
        <p:spPr>
          <a:xfrm>
            <a:off x="6309360" y="5742432"/>
            <a:ext cx="978408" cy="329184"/>
          </a:xfrm>
          <a:prstGeom prst="roundRect">
            <a:avLst>
              <a:gd name="adj" fmla="val 50000"/>
            </a:avLst>
          </a:prstGeom>
          <a:solidFill>
            <a:srgbClr val="F4B740"/>
          </a:solidFill>
          <a:ln/>
        </p:spPr>
      </p:sp>
      <p:sp>
        <p:nvSpPr>
          <p:cNvPr id="25" name="Sunset colour 2"/>
          <p:cNvSpPr/>
          <p:nvPr/>
        </p:nvSpPr>
        <p:spPr>
          <a:xfrm>
            <a:off x="7388352" y="5742432"/>
            <a:ext cx="978408" cy="329184"/>
          </a:xfrm>
          <a:prstGeom prst="roundRect">
            <a:avLst>
              <a:gd name="adj" fmla="val 50000"/>
            </a:avLst>
          </a:prstGeom>
          <a:solidFill>
            <a:srgbClr val="EB8A3A"/>
          </a:solidFill>
          <a:ln/>
        </p:spPr>
      </p:sp>
      <p:sp>
        <p:nvSpPr>
          <p:cNvPr id="26" name="Sunset colour 3"/>
          <p:cNvSpPr/>
          <p:nvPr/>
        </p:nvSpPr>
        <p:spPr>
          <a:xfrm>
            <a:off x="8467344" y="5742432"/>
            <a:ext cx="978408" cy="329184"/>
          </a:xfrm>
          <a:prstGeom prst="roundRect">
            <a:avLst>
              <a:gd name="adj" fmla="val 50000"/>
            </a:avLst>
          </a:prstGeom>
          <a:solidFill>
            <a:srgbClr val="E0562B"/>
          </a:solidFill>
          <a:ln/>
        </p:spPr>
      </p:sp>
      <p:sp>
        <p:nvSpPr>
          <p:cNvPr id="27" name="Sunset colour 4"/>
          <p:cNvSpPr/>
          <p:nvPr/>
        </p:nvSpPr>
        <p:spPr>
          <a:xfrm>
            <a:off x="9546336" y="5742432"/>
            <a:ext cx="978408" cy="329184"/>
          </a:xfrm>
          <a:prstGeom prst="roundRect">
            <a:avLst>
              <a:gd name="adj" fmla="val 50000"/>
            </a:avLst>
          </a:prstGeom>
          <a:solidFill>
            <a:srgbClr val="A23B1E"/>
          </a:solidFill>
          <a:ln/>
        </p:spPr>
      </p:sp>
      <p:sp>
        <p:nvSpPr>
          <p:cNvPr id="28" name="Sunset colour 5"/>
          <p:cNvSpPr/>
          <p:nvPr/>
        </p:nvSpPr>
        <p:spPr>
          <a:xfrm>
            <a:off x="10625328" y="5742432"/>
            <a:ext cx="978408" cy="329184"/>
          </a:xfrm>
          <a:prstGeom prst="roundRect">
            <a:avLst>
              <a:gd name="adj" fmla="val 50000"/>
            </a:avLst>
          </a:prstGeom>
          <a:solidFill>
            <a:srgbClr val="5E2B3F"/>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hoto backing"/>
          <p:cNvSpPr/>
          <p:nvPr/>
        </p:nvSpPr>
        <p:spPr>
          <a:xfrm>
            <a:off x="0" y="0"/>
            <a:ext cx="5760720" cy="6858000"/>
          </a:xfrm>
          <a:prstGeom prst="rect">
            <a:avLst/>
          </a:prstGeom>
          <a:solidFill>
            <a:schemeClr val="accent4">
              <a:alpha val="14000"/>
            </a:schemeClr>
          </a:solidFill>
          <a:ln/>
        </p:spPr>
      </p:sp>
      <p:pic>
        <p:nvPicPr>
          <p:cNvPr id="3" name="Photo backing icon" descr="preencoded.png">    </p:cNvPr>
          <p:cNvPicPr>
            <a:picLocks noChangeAspect="1"/>
          </p:cNvPicPr>
          <p:nvPr/>
        </p:nvPicPr>
        <p:blipFill>
          <a:blip r:embed="rId1"/>
          <a:stretch>
            <a:fillRect/>
          </a:stretch>
        </p:blipFill>
        <p:spPr>
          <a:xfrm>
            <a:off x="2468880" y="3977640"/>
            <a:ext cx="822960" cy="822960"/>
          </a:xfrm>
          <a:prstGeom prst="rect">
            <a:avLst/>
          </a:prstGeom>
        </p:spPr>
      </p:pic>
      <p:sp>
        <p:nvSpPr>
          <p:cNvPr id="4" name="Photo backing text"/>
          <p:cNvSpPr txBox="1"/>
          <p:nvPr/>
        </p:nvSpPr>
        <p:spPr>
          <a:xfrm>
            <a:off x="457200" y="4846320"/>
            <a:ext cx="4846320" cy="365760"/>
          </a:xfrm>
          <a:prstGeom prst="rect">
            <a:avLst/>
          </a:prstGeom>
          <a:noFill/>
          <a:ln/>
        </p:spPr>
        <p:txBody>
          <a:bodyPr wrap="square" lIns="0" tIns="0" rIns="0" bIns="0" rtlCol="0" anchor="ctr"/>
          <a:lstStyle/>
          <a:p>
            <a:pPr algn="ctr" indent="0" marL="0">
              <a:buNone/>
            </a:pPr>
            <a:r>
              <a:rPr lang="en-US" sz="1400" dirty="0">
                <a:solidFill>
                  <a:schemeClr val="accent4"/>
                </a:solidFill>
              </a:rPr>
              <a:t>Insert photo here</a:t>
            </a:r>
            <a:endParaRPr lang="en-US" sz="1400" dirty="0"/>
          </a:p>
        </p:txBody>
      </p:sp>
      <p:sp>
        <p:nvSpPr>
          <p:cNvPr id="5" name="Picture Placeholder 5"/>
          <p:cNvSpPr>
            <a:spLocks noGrp="1"/>
          </p:cNvSpPr>
          <p:nvPr>
            <p:ph type="pic" idx="100"/>
          </p:nvPr>
        </p:nvSpPr>
        <p:spPr/>
      </p:sp>
      <p:sp>
        <p:nvSpPr>
          <p:cNvPr id="6" name="Photo caption"/>
          <p:cNvSpPr txBox="1"/>
          <p:nvPr/>
        </p:nvSpPr>
        <p:spPr>
          <a:xfrm>
            <a:off x="320040" y="6144768"/>
            <a:ext cx="1853489" cy="384048"/>
          </a:xfrm>
          <a:prstGeom prst="roundRect">
            <a:avLst>
              <a:gd name="adj" fmla="val 50000"/>
            </a:avLst>
          </a:prstGeom>
          <a:solidFill>
            <a:schemeClr val="tx2">
              <a:alpha val="80000"/>
            </a:schemeClr>
          </a:solidFill>
          <a:ln/>
        </p:spPr>
        <p:txBody>
          <a:bodyPr wrap="square" lIns="0" tIns="0" rIns="0" bIns="0" rtlCol="0" anchor="ctr"/>
          <a:lstStyle/>
          <a:p>
            <a:pPr algn="ctr" indent="0" marL="0">
              <a:buNone/>
            </a:pPr>
            <a:r>
              <a:rPr lang="en-US" sz="1200" dirty="0">
                <a:solidFill>
                  <a:schemeClr val="bg1"/>
                </a:solidFill>
              </a:rPr>
              <a:t>The Twelve Apostles</a:t>
            </a:r>
            <a:endParaRPr lang="en-US" sz="1200" dirty="0"/>
          </a:p>
        </p:txBody>
      </p:sp>
      <p:sp>
        <p:nvSpPr>
          <p:cNvPr id="7" name="Stop badge"/>
          <p:cNvSpPr/>
          <p:nvPr/>
        </p:nvSpPr>
        <p:spPr>
          <a:xfrm>
            <a:off x="6309360" y="566928"/>
            <a:ext cx="457200" cy="457200"/>
          </a:xfrm>
          <a:prstGeom prst="ellipse">
            <a:avLst/>
          </a:prstGeom>
          <a:solidFill>
            <a:schemeClr val="accent4"/>
          </a:solidFill>
          <a:ln/>
        </p:spPr>
      </p:sp>
      <p:sp>
        <p:nvSpPr>
          <p:cNvPr id="8" name="Text 5"/>
          <p:cNvSpPr txBox="1"/>
          <p:nvPr/>
        </p:nvSpPr>
        <p:spPr>
          <a:xfrm>
            <a:off x="6309360" y="5669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9" name="Text 6"/>
          <p:cNvSpPr txBox="1"/>
          <p:nvPr/>
        </p:nvSpPr>
        <p:spPr>
          <a:xfrm>
            <a:off x="6903720" y="566928"/>
            <a:ext cx="3566160" cy="457200"/>
          </a:xfrm>
          <a:prstGeom prst="rect">
            <a:avLst/>
          </a:prstGeom>
          <a:noFill/>
          <a:ln/>
        </p:spPr>
        <p:txBody>
          <a:bodyPr wrap="square" lIns="0" tIns="0" rIns="0" bIns="0" rtlCol="0" anchor="ctr"/>
          <a:lstStyle/>
          <a:p>
            <a:pPr indent="0" marL="0">
              <a:buNone/>
            </a:pPr>
            <a:r>
              <a:rPr lang="en-US" sz="1200" b="1" spc="200" kern="0" dirty="0">
                <a:solidFill>
                  <a:schemeClr val="accent4"/>
                </a:solidFill>
              </a:rPr>
              <a:t>STOP 4 OF 4   ·   DAYS 15–20</a:t>
            </a:r>
            <a:endParaRPr lang="en-US" sz="1200" dirty="0"/>
          </a:p>
        </p:txBody>
      </p:sp>
      <p:pic>
        <p:nvPicPr>
          <p:cNvPr id="10" name="Mini map" descr="preencoded.png">    </p:cNvPr>
          <p:cNvPicPr>
            <a:picLocks noChangeAspect="1"/>
          </p:cNvPicPr>
          <p:nvPr/>
        </p:nvPicPr>
        <p:blipFill>
          <a:blip r:embed="rId2"/>
          <a:stretch>
            <a:fillRect/>
          </a:stretch>
        </p:blipFill>
        <p:spPr>
          <a:xfrm>
            <a:off x="10615723" y="384048"/>
            <a:ext cx="970186" cy="914400"/>
          </a:xfrm>
          <a:prstGeom prst="rect">
            <a:avLst/>
          </a:prstGeom>
        </p:spPr>
      </p:pic>
      <p:sp>
        <p:nvSpPr>
          <p:cNvPr id="11" name="Mini map dot"/>
          <p:cNvSpPr/>
          <p:nvPr/>
        </p:nvSpPr>
        <p:spPr>
          <a:xfrm>
            <a:off x="11230286" y="1069716"/>
            <a:ext cx="155448" cy="155448"/>
          </a:xfrm>
          <a:prstGeom prst="ellipse">
            <a:avLst/>
          </a:prstGeom>
          <a:solidFill>
            <a:schemeClr val="accent4"/>
          </a:solidFill>
          <a:ln w="19050">
            <a:solidFill>
              <a:schemeClr val="bg1"/>
            </a:solidFill>
            <a:prstDash val="solid"/>
          </a:ln>
        </p:spPr>
      </p:sp>
      <p:sp>
        <p:nvSpPr>
          <p:cNvPr id="12" name="Text 0"/>
          <p:cNvSpPr/>
          <p:nvPr>
            <p:ph idx="101" type="title" hasCustomPrompt="1"/>
          </p:nvPr>
        </p:nvSpPr>
        <p:spPr>
          <a:xfrm>
            <a:off x="6309360" y="1325880"/>
            <a:ext cx="5330952" cy="731520"/>
          </a:xfrm>
          <a:prstGeom prst="rect">
            <a:avLst/>
          </a:prstGeom>
          <a:noFill/>
          <a:ln/>
        </p:spPr>
        <p:txBody>
          <a:bodyPr wrap="square" lIns="0" tIns="0" rIns="0" bIns="0" rtlCol="0" anchor="ctr"/>
          <a:lstStyle/>
          <a:p>
            <a:pPr algn="l" indent="0" marL="0">
              <a:buNone/>
            </a:pPr>
            <a:r>
              <a:rPr lang="en-US" sz="4000" b="1" dirty="0">
                <a:solidFill>
                  <a:schemeClr val="tx2"/>
                </a:solidFill>
              </a:rPr>
              <a:t>Great Ocean Road</a:t>
            </a:r>
            <a:endParaRPr lang="en-US" sz="4000" dirty="0"/>
          </a:p>
        </p:txBody>
      </p:sp>
      <p:sp>
        <p:nvSpPr>
          <p:cNvPr id="13" name="Tagline"/>
          <p:cNvSpPr txBox="1"/>
          <p:nvPr/>
        </p:nvSpPr>
        <p:spPr>
          <a:xfrm>
            <a:off x="6309360" y="2057400"/>
            <a:ext cx="5330952" cy="411480"/>
          </a:xfrm>
          <a:prstGeom prst="rect">
            <a:avLst/>
          </a:prstGeom>
          <a:noFill/>
          <a:ln/>
        </p:spPr>
        <p:txBody>
          <a:bodyPr wrap="square" lIns="0" tIns="0" rIns="0" bIns="0" rtlCol="0" anchor="ctr"/>
          <a:lstStyle/>
          <a:p>
            <a:pPr indent="0" marL="0">
              <a:buNone/>
            </a:pPr>
            <a:r>
              <a:rPr lang="en-US" sz="2000" i="1" dirty="0">
                <a:solidFill>
                  <a:schemeClr val="accent4"/>
                </a:solidFill>
              </a:rPr>
              <a:t>243 km along the </a:t>
            </a:r>
            <a:pPr indent="0" marL="0">
              <a:buNone/>
            </a:pPr>
            <a:r>
              <a:rPr lang="en-US" sz="2000" i="1" dirty="0">
                <a:solidFill>
                  <a:schemeClr val="accent4"/>
                </a:solidFill>
                <a:highlight>
                  <a:srgbClr val="FFE27A"/>
                </a:highlight>
              </a:rPr>
              <a:t>coast</a:t>
            </a:r>
            <a:pPr indent="0" marL="0">
              <a:buNone/>
            </a:pPr>
            <a:r>
              <a:rPr lang="en-US" sz="2000" i="1" dirty="0">
                <a:solidFill>
                  <a:schemeClr val="accent4"/>
                </a:solidFill>
              </a:rPr>
              <a:t> – by camper van</a:t>
            </a:r>
            <a:endParaRPr lang="en-US" sz="2000" dirty="0"/>
          </a:p>
        </p:txBody>
      </p:sp>
      <p:sp>
        <p:nvSpPr>
          <p:cNvPr id="15" name="Text 10"/>
          <p:cNvSpPr txBox="1"/>
          <p:nvPr/>
        </p:nvSpPr>
        <p:spPr>
          <a:xfrm>
            <a:off x="6309360" y="2770632"/>
            <a:ext cx="731520" cy="237744"/>
          </a:xfrm>
          <a:prstGeom prst="rect">
            <a:avLst/>
          </a:prstGeom>
          <a:noFill/>
          <a:ln/>
        </p:spPr>
        <p:txBody>
          <a:bodyPr wrap="square" lIns="0" tIns="0" rIns="0" bIns="0" rtlCol="0" anchor="ctr"/>
          <a:lstStyle/>
          <a:p>
            <a:pPr indent="0" marL="0">
              <a:buNone/>
            </a:pPr>
            <a:r>
              <a:rPr lang="en-US" sz="1100" dirty="0">
                <a:solidFill>
                  <a:srgbClr val="5F6B68"/>
                </a:solidFill>
              </a:rPr>
              <a:t>km 0</a:t>
            </a:r>
            <a:endParaRPr lang="en-US" sz="1100" dirty="0"/>
          </a:p>
        </p:txBody>
      </p:sp>
      <p:sp>
        <p:nvSpPr>
          <p:cNvPr id="16" name="Text 11"/>
          <p:cNvSpPr txBox="1"/>
          <p:nvPr/>
        </p:nvSpPr>
        <p:spPr>
          <a:xfrm>
            <a:off x="10908792" y="2770632"/>
            <a:ext cx="731520" cy="237744"/>
          </a:xfrm>
          <a:prstGeom prst="rect">
            <a:avLst/>
          </a:prstGeom>
          <a:noFill/>
          <a:ln/>
        </p:spPr>
        <p:txBody>
          <a:bodyPr wrap="square" lIns="0" tIns="0" rIns="0" bIns="0" rtlCol="0" anchor="ctr"/>
          <a:lstStyle/>
          <a:p>
            <a:pPr algn="r" indent="0" marL="0">
              <a:buNone/>
            </a:pPr>
            <a:r>
              <a:rPr lang="en-US" sz="1100" dirty="0">
                <a:solidFill>
                  <a:srgbClr val="5F6B68"/>
                </a:solidFill>
              </a:rPr>
              <a:t>km 243</a:t>
            </a:r>
            <a:endParaRPr lang="en-US" sz="1100" dirty="0"/>
          </a:p>
        </p:txBody>
      </p:sp>
      <p:sp>
        <p:nvSpPr>
          <p:cNvPr id="17" name="Shape 12"/>
          <p:cNvSpPr/>
          <p:nvPr/>
        </p:nvSpPr>
        <p:spPr>
          <a:xfrm>
            <a:off x="6355080" y="3246120"/>
            <a:ext cx="5239512" cy="914"/>
          </a:xfrm>
          <a:prstGeom prst="line">
            <a:avLst/>
          </a:prstGeom>
          <a:noFill/>
          <a:ln w="139700">
            <a:solidFill>
              <a:srgbClr val="3E4A47"/>
            </a:solidFill>
            <a:prstDash val="solid"/>
          </a:ln>
        </p:spPr>
      </p:sp>
      <p:sp>
        <p:nvSpPr>
          <p:cNvPr id="18" name="Shape 13"/>
          <p:cNvSpPr/>
          <p:nvPr/>
        </p:nvSpPr>
        <p:spPr>
          <a:xfrm>
            <a:off x="6400800" y="3246120"/>
            <a:ext cx="5148072" cy="914"/>
          </a:xfrm>
          <a:prstGeom prst="line">
            <a:avLst/>
          </a:prstGeom>
          <a:noFill/>
          <a:ln w="15875">
            <a:solidFill>
              <a:srgbClr val="FFFFFF"/>
            </a:solidFill>
            <a:prstDash val="dash"/>
          </a:ln>
        </p:spPr>
      </p:sp>
      <p:sp>
        <p:nvSpPr>
          <p:cNvPr id="19" name="Road stop Torquay"/>
          <p:cNvSpPr/>
          <p:nvPr/>
        </p:nvSpPr>
        <p:spPr>
          <a:xfrm>
            <a:off x="7013448" y="3081528"/>
            <a:ext cx="329184" cy="329184"/>
          </a:xfrm>
          <a:prstGeom prst="ellipse">
            <a:avLst/>
          </a:prstGeom>
          <a:solidFill>
            <a:schemeClr val="accent4"/>
          </a:solidFill>
          <a:ln w="31750">
            <a:solidFill>
              <a:schemeClr val="bg1"/>
            </a:solidFill>
            <a:prstDash val="solid"/>
          </a:ln>
        </p:spPr>
      </p:sp>
      <p:sp>
        <p:nvSpPr>
          <p:cNvPr id="20" name="Text 15"/>
          <p:cNvSpPr txBox="1"/>
          <p:nvPr/>
        </p:nvSpPr>
        <p:spPr>
          <a:xfrm>
            <a:off x="6309360" y="3520440"/>
            <a:ext cx="1737360" cy="292608"/>
          </a:xfrm>
          <a:prstGeom prst="rect">
            <a:avLst/>
          </a:prstGeom>
          <a:noFill/>
          <a:ln/>
        </p:spPr>
        <p:txBody>
          <a:bodyPr wrap="square" lIns="0" tIns="0" rIns="0" bIns="0" rtlCol="0" anchor="ctr"/>
          <a:lstStyle/>
          <a:p>
            <a:pPr algn="ctr" indent="0" marL="0">
              <a:buNone/>
            </a:pPr>
            <a:r>
              <a:rPr lang="en-US" sz="1500" b="1" dirty="0">
                <a:solidFill>
                  <a:schemeClr val="tx1"/>
                </a:solidFill>
              </a:rPr>
              <a:t>Torquay</a:t>
            </a:r>
            <a:endParaRPr lang="en-US" sz="1500" dirty="0"/>
          </a:p>
        </p:txBody>
      </p:sp>
      <p:sp>
        <p:nvSpPr>
          <p:cNvPr id="21" name="Text 16"/>
          <p:cNvSpPr txBox="1"/>
          <p:nvPr/>
        </p:nvSpPr>
        <p:spPr>
          <a:xfrm>
            <a:off x="6309360" y="3813048"/>
            <a:ext cx="1737360" cy="274320"/>
          </a:xfrm>
          <a:prstGeom prst="rect">
            <a:avLst/>
          </a:prstGeom>
          <a:noFill/>
          <a:ln/>
        </p:spPr>
        <p:txBody>
          <a:bodyPr wrap="square" lIns="0" tIns="0" rIns="0" bIns="0" rtlCol="0" anchor="ctr"/>
          <a:lstStyle/>
          <a:p>
            <a:pPr algn="ctr" indent="0" marL="0">
              <a:buNone/>
            </a:pPr>
            <a:r>
              <a:rPr lang="en-US" sz="1400" dirty="0">
                <a:solidFill>
                  <a:srgbClr val="5F6B68"/>
                </a:solidFill>
              </a:rPr>
              <a:t>surf beaches</a:t>
            </a:r>
            <a:endParaRPr lang="en-US" sz="1400" dirty="0"/>
          </a:p>
        </p:txBody>
      </p:sp>
      <p:sp>
        <p:nvSpPr>
          <p:cNvPr id="22" name="Road stop Kennett River"/>
          <p:cNvSpPr/>
          <p:nvPr/>
        </p:nvSpPr>
        <p:spPr>
          <a:xfrm>
            <a:off x="8796528" y="3081528"/>
            <a:ext cx="329184" cy="329184"/>
          </a:xfrm>
          <a:prstGeom prst="ellipse">
            <a:avLst/>
          </a:prstGeom>
          <a:solidFill>
            <a:schemeClr val="accent4"/>
          </a:solidFill>
          <a:ln w="31750">
            <a:solidFill>
              <a:schemeClr val="bg1"/>
            </a:solidFill>
            <a:prstDash val="solid"/>
          </a:ln>
        </p:spPr>
      </p:sp>
      <p:sp>
        <p:nvSpPr>
          <p:cNvPr id="23" name="Text 18"/>
          <p:cNvSpPr txBox="1"/>
          <p:nvPr/>
        </p:nvSpPr>
        <p:spPr>
          <a:xfrm>
            <a:off x="8092440" y="3520440"/>
            <a:ext cx="1737360" cy="292608"/>
          </a:xfrm>
          <a:prstGeom prst="rect">
            <a:avLst/>
          </a:prstGeom>
          <a:noFill/>
          <a:ln/>
        </p:spPr>
        <p:txBody>
          <a:bodyPr wrap="square" lIns="0" tIns="0" rIns="0" bIns="0" rtlCol="0" anchor="ctr"/>
          <a:lstStyle/>
          <a:p>
            <a:pPr algn="ctr" indent="0" marL="0">
              <a:buNone/>
            </a:pPr>
            <a:r>
              <a:rPr lang="en-US" sz="1500" b="1" dirty="0">
                <a:solidFill>
                  <a:schemeClr val="tx1"/>
                </a:solidFill>
              </a:rPr>
              <a:t>Kennett River</a:t>
            </a:r>
            <a:endParaRPr lang="en-US" sz="1500" dirty="0"/>
          </a:p>
        </p:txBody>
      </p:sp>
      <p:sp>
        <p:nvSpPr>
          <p:cNvPr id="24" name="Text 19"/>
          <p:cNvSpPr txBox="1"/>
          <p:nvPr/>
        </p:nvSpPr>
        <p:spPr>
          <a:xfrm>
            <a:off x="8092440" y="3813048"/>
            <a:ext cx="1737360" cy="274320"/>
          </a:xfrm>
          <a:prstGeom prst="rect">
            <a:avLst/>
          </a:prstGeom>
          <a:noFill/>
          <a:ln/>
        </p:spPr>
        <p:txBody>
          <a:bodyPr wrap="square" lIns="0" tIns="0" rIns="0" bIns="0" rtlCol="0" anchor="ctr"/>
          <a:lstStyle/>
          <a:p>
            <a:pPr algn="ctr" indent="0" marL="0">
              <a:buNone/>
            </a:pPr>
            <a:r>
              <a:rPr lang="en-US" sz="1400" dirty="0">
                <a:solidFill>
                  <a:srgbClr val="5F6B68"/>
                </a:solidFill>
              </a:rPr>
              <a:t>wild koalas</a:t>
            </a:r>
            <a:endParaRPr lang="en-US" sz="1400" dirty="0"/>
          </a:p>
        </p:txBody>
      </p:sp>
      <p:sp>
        <p:nvSpPr>
          <p:cNvPr id="25" name="Road stop Twelve Apostles"/>
          <p:cNvSpPr/>
          <p:nvPr/>
        </p:nvSpPr>
        <p:spPr>
          <a:xfrm>
            <a:off x="10579608" y="3081528"/>
            <a:ext cx="329184" cy="329184"/>
          </a:xfrm>
          <a:prstGeom prst="ellipse">
            <a:avLst/>
          </a:prstGeom>
          <a:solidFill>
            <a:schemeClr val="accent4"/>
          </a:solidFill>
          <a:ln w="31750">
            <a:solidFill>
              <a:schemeClr val="bg1"/>
            </a:solidFill>
            <a:prstDash val="solid"/>
          </a:ln>
        </p:spPr>
      </p:sp>
      <p:sp>
        <p:nvSpPr>
          <p:cNvPr id="26" name="Text 21"/>
          <p:cNvSpPr txBox="1"/>
          <p:nvPr/>
        </p:nvSpPr>
        <p:spPr>
          <a:xfrm>
            <a:off x="9875520" y="3520440"/>
            <a:ext cx="1737360" cy="292608"/>
          </a:xfrm>
          <a:prstGeom prst="rect">
            <a:avLst/>
          </a:prstGeom>
          <a:noFill/>
          <a:ln/>
        </p:spPr>
        <p:txBody>
          <a:bodyPr wrap="square" lIns="0" tIns="0" rIns="0" bIns="0" rtlCol="0" anchor="ctr"/>
          <a:lstStyle/>
          <a:p>
            <a:pPr algn="ctr" indent="0" marL="0">
              <a:buNone/>
            </a:pPr>
            <a:r>
              <a:rPr lang="en-US" sz="1500" b="1" dirty="0">
                <a:solidFill>
                  <a:schemeClr val="tx1"/>
                </a:solidFill>
              </a:rPr>
              <a:t>Twelve Apostles</a:t>
            </a:r>
            <a:endParaRPr lang="en-US" sz="1500" dirty="0"/>
          </a:p>
        </p:txBody>
      </p:sp>
      <p:sp>
        <p:nvSpPr>
          <p:cNvPr id="27" name="Text 22"/>
          <p:cNvSpPr txBox="1"/>
          <p:nvPr/>
        </p:nvSpPr>
        <p:spPr>
          <a:xfrm>
            <a:off x="9875520" y="3813048"/>
            <a:ext cx="1737360" cy="274320"/>
          </a:xfrm>
          <a:prstGeom prst="rect">
            <a:avLst/>
          </a:prstGeom>
          <a:noFill/>
          <a:ln/>
        </p:spPr>
        <p:txBody>
          <a:bodyPr wrap="square" lIns="0" tIns="0" rIns="0" bIns="0" rtlCol="0" anchor="ctr"/>
          <a:lstStyle/>
          <a:p>
            <a:pPr algn="ctr" indent="0" marL="0">
              <a:buNone/>
            </a:pPr>
            <a:r>
              <a:rPr lang="en-US" sz="1400" dirty="0">
                <a:solidFill>
                  <a:srgbClr val="5F6B68"/>
                </a:solidFill>
              </a:rPr>
              <a:t>rocks in the sea</a:t>
            </a:r>
            <a:endParaRPr lang="en-US" sz="1400" dirty="0"/>
          </a:p>
        </p:txBody>
      </p:sp>
      <p:sp>
        <p:nvSpPr>
          <p:cNvPr id="28" name="GOR card 1"/>
          <p:cNvSpPr/>
          <p:nvPr/>
        </p:nvSpPr>
        <p:spPr>
          <a:xfrm>
            <a:off x="6309360" y="4434840"/>
            <a:ext cx="2560320" cy="1463040"/>
          </a:xfrm>
          <a:prstGeom prst="roundRect">
            <a:avLst>
              <a:gd name="adj" fmla="val 8750"/>
            </a:avLst>
          </a:prstGeom>
          <a:solidFill>
            <a:schemeClr val="bg2"/>
          </a:solidFill>
          <a:ln/>
        </p:spPr>
      </p:sp>
      <p:sp>
        <p:nvSpPr>
          <p:cNvPr id="29" name="A war memorial circle"/>
          <p:cNvSpPr/>
          <p:nvPr/>
        </p:nvSpPr>
        <p:spPr>
          <a:xfrm>
            <a:off x="6492240" y="4617720"/>
            <a:ext cx="457200" cy="457200"/>
          </a:xfrm>
          <a:prstGeom prst="ellipse">
            <a:avLst/>
          </a:prstGeom>
          <a:solidFill>
            <a:schemeClr val="accent4"/>
          </a:solidFill>
          <a:ln/>
        </p:spPr>
      </p:sp>
      <p:pic>
        <p:nvPicPr>
          <p:cNvPr id="30" name="A war memorial icon" descr="preencoded.png">    </p:cNvPr>
          <p:cNvPicPr>
            <a:picLocks noChangeAspect="1"/>
          </p:cNvPicPr>
          <p:nvPr/>
        </p:nvPicPr>
        <p:blipFill>
          <a:blip r:embed="rId3"/>
          <a:stretch>
            <a:fillRect/>
          </a:stretch>
        </p:blipFill>
        <p:spPr>
          <a:xfrm>
            <a:off x="6597396" y="4722876"/>
            <a:ext cx="246888" cy="246888"/>
          </a:xfrm>
          <a:prstGeom prst="rect">
            <a:avLst/>
          </a:prstGeom>
        </p:spPr>
      </p:pic>
      <p:sp>
        <p:nvSpPr>
          <p:cNvPr id="31" name="Text 25"/>
          <p:cNvSpPr txBox="1"/>
          <p:nvPr/>
        </p:nvSpPr>
        <p:spPr>
          <a:xfrm>
            <a:off x="7059168" y="461772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A war memorial</a:t>
            </a:r>
            <a:endParaRPr lang="en-US" sz="1500" dirty="0"/>
          </a:p>
        </p:txBody>
      </p:sp>
      <p:sp>
        <p:nvSpPr>
          <p:cNvPr id="32" name="Text 26"/>
          <p:cNvSpPr txBox="1"/>
          <p:nvPr/>
        </p:nvSpPr>
        <p:spPr>
          <a:xfrm>
            <a:off x="6492240" y="5184648"/>
            <a:ext cx="2240280" cy="777240"/>
          </a:xfrm>
          <a:prstGeom prst="rect">
            <a:avLst/>
          </a:prstGeom>
          <a:noFill/>
          <a:ln/>
        </p:spPr>
        <p:txBody>
          <a:bodyPr wrap="square" lIns="0" tIns="0" rIns="0" bIns="0" rtlCol="0" anchor="t"/>
          <a:lstStyle/>
          <a:p>
            <a:pPr indent="0" marL="0">
              <a:buNone/>
            </a:pPr>
            <a:r>
              <a:rPr lang="en-US" sz="1400" dirty="0">
                <a:solidFill>
                  <a:schemeClr val="tx1"/>
                </a:solidFill>
              </a:rPr>
              <a:t>Soldiers built the road after World War I (1919–1932).</a:t>
            </a:r>
            <a:endParaRPr lang="en-US" sz="1400" dirty="0"/>
          </a:p>
        </p:txBody>
      </p:sp>
      <p:sp>
        <p:nvSpPr>
          <p:cNvPr id="33" name="GOR card 2"/>
          <p:cNvSpPr/>
          <p:nvPr/>
        </p:nvSpPr>
        <p:spPr>
          <a:xfrm>
            <a:off x="9079992" y="4434840"/>
            <a:ext cx="2560320" cy="1463040"/>
          </a:xfrm>
          <a:prstGeom prst="roundRect">
            <a:avLst>
              <a:gd name="adj" fmla="val 8750"/>
            </a:avLst>
          </a:prstGeom>
          <a:solidFill>
            <a:schemeClr val="bg2"/>
          </a:solidFill>
          <a:ln/>
        </p:spPr>
      </p:sp>
      <p:sp>
        <p:nvSpPr>
          <p:cNvPr id="34" name="Twelve Apostles? circle"/>
          <p:cNvSpPr/>
          <p:nvPr/>
        </p:nvSpPr>
        <p:spPr>
          <a:xfrm>
            <a:off x="9262872" y="4617720"/>
            <a:ext cx="457200" cy="457200"/>
          </a:xfrm>
          <a:prstGeom prst="ellipse">
            <a:avLst/>
          </a:prstGeom>
          <a:solidFill>
            <a:schemeClr val="accent4"/>
          </a:solidFill>
          <a:ln/>
        </p:spPr>
      </p:sp>
      <p:pic>
        <p:nvPicPr>
          <p:cNvPr id="35" name="Twelve Apostles? icon" descr="preencoded.png">    </p:cNvPr>
          <p:cNvPicPr>
            <a:picLocks noChangeAspect="1"/>
          </p:cNvPicPr>
          <p:nvPr/>
        </p:nvPicPr>
        <p:blipFill>
          <a:blip r:embed="rId4"/>
          <a:stretch>
            <a:fillRect/>
          </a:stretch>
        </p:blipFill>
        <p:spPr>
          <a:xfrm>
            <a:off x="9368028" y="4722876"/>
            <a:ext cx="246888" cy="246888"/>
          </a:xfrm>
          <a:prstGeom prst="rect">
            <a:avLst/>
          </a:prstGeom>
        </p:spPr>
      </p:pic>
      <p:sp>
        <p:nvSpPr>
          <p:cNvPr id="36" name="Text 29"/>
          <p:cNvSpPr txBox="1"/>
          <p:nvPr/>
        </p:nvSpPr>
        <p:spPr>
          <a:xfrm>
            <a:off x="9829800" y="461772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Twelve Apostles?</a:t>
            </a:r>
            <a:endParaRPr lang="en-US" sz="1500" dirty="0"/>
          </a:p>
        </p:txBody>
      </p:sp>
      <p:sp>
        <p:nvSpPr>
          <p:cNvPr id="37" name="Text 30"/>
          <p:cNvSpPr txBox="1"/>
          <p:nvPr/>
        </p:nvSpPr>
        <p:spPr>
          <a:xfrm>
            <a:off x="9262872" y="5184648"/>
            <a:ext cx="2240280" cy="777240"/>
          </a:xfrm>
          <a:prstGeom prst="rect">
            <a:avLst/>
          </a:prstGeom>
          <a:noFill/>
          <a:ln/>
        </p:spPr>
        <p:txBody>
          <a:bodyPr wrap="square" lIns="0" tIns="0" rIns="0" bIns="0" rtlCol="0" anchor="t"/>
          <a:lstStyle/>
          <a:p>
            <a:pPr indent="0" marL="0">
              <a:buNone/>
            </a:pPr>
            <a:r>
              <a:rPr lang="en-US" sz="1400" dirty="0">
                <a:solidFill>
                  <a:schemeClr val="tx1"/>
                </a:solidFill>
              </a:rPr>
              <a:t>There were never 12 rocks – today only 7 are left!</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Survival Tips</a:t>
            </a:r>
            <a:endParaRPr lang="en-US" sz="3600" dirty="0"/>
          </a:p>
        </p:txBody>
      </p:sp>
      <p:sp>
        <p:nvSpPr>
          <p:cNvPr id="3" name="Shape 1"/>
          <p:cNvSpPr/>
          <p:nvPr/>
        </p:nvSpPr>
        <p:spPr>
          <a:xfrm>
            <a:off x="3520440" y="1965960"/>
            <a:ext cx="2575408" cy="1691640"/>
          </a:xfrm>
          <a:prstGeom prst="line">
            <a:avLst/>
          </a:prstGeom>
          <a:noFill/>
          <a:ln w="25400">
            <a:solidFill>
              <a:srgbClr val="C9D3D1"/>
            </a:solidFill>
            <a:prstDash val="solid"/>
          </a:ln>
        </p:spPr>
      </p:sp>
      <p:sp>
        <p:nvSpPr>
          <p:cNvPr id="4" name="Shape 2"/>
          <p:cNvSpPr/>
          <p:nvPr/>
        </p:nvSpPr>
        <p:spPr>
          <a:xfrm>
            <a:off x="3520440" y="3657600"/>
            <a:ext cx="2575408" cy="914"/>
          </a:xfrm>
          <a:prstGeom prst="line">
            <a:avLst/>
          </a:prstGeom>
          <a:noFill/>
          <a:ln w="25400">
            <a:solidFill>
              <a:srgbClr val="C9D3D1"/>
            </a:solidFill>
            <a:prstDash val="solid"/>
          </a:ln>
        </p:spPr>
      </p:sp>
      <p:sp>
        <p:nvSpPr>
          <p:cNvPr id="5" name="Shape 3"/>
          <p:cNvSpPr/>
          <p:nvPr/>
        </p:nvSpPr>
        <p:spPr>
          <a:xfrm flipV="1">
            <a:off x="3520440" y="3657600"/>
            <a:ext cx="2575408" cy="1691640"/>
          </a:xfrm>
          <a:prstGeom prst="line">
            <a:avLst/>
          </a:prstGeom>
          <a:noFill/>
          <a:ln w="25400">
            <a:solidFill>
              <a:srgbClr val="C9D3D1"/>
            </a:solidFill>
            <a:prstDash val="solid"/>
          </a:ln>
        </p:spPr>
      </p:sp>
      <p:sp>
        <p:nvSpPr>
          <p:cNvPr id="6" name="Shape 4"/>
          <p:cNvSpPr/>
          <p:nvPr/>
        </p:nvSpPr>
        <p:spPr>
          <a:xfrm flipV="1">
            <a:off x="6095848" y="1965960"/>
            <a:ext cx="2572664" cy="1691640"/>
          </a:xfrm>
          <a:prstGeom prst="line">
            <a:avLst/>
          </a:prstGeom>
          <a:noFill/>
          <a:ln w="25400">
            <a:solidFill>
              <a:srgbClr val="C9D3D1"/>
            </a:solidFill>
            <a:prstDash val="solid"/>
          </a:ln>
        </p:spPr>
      </p:sp>
      <p:sp>
        <p:nvSpPr>
          <p:cNvPr id="7" name="Shape 5"/>
          <p:cNvSpPr/>
          <p:nvPr/>
        </p:nvSpPr>
        <p:spPr>
          <a:xfrm>
            <a:off x="6095848" y="3657600"/>
            <a:ext cx="2572664" cy="914"/>
          </a:xfrm>
          <a:prstGeom prst="line">
            <a:avLst/>
          </a:prstGeom>
          <a:noFill/>
          <a:ln w="25400">
            <a:solidFill>
              <a:srgbClr val="C9D3D1"/>
            </a:solidFill>
            <a:prstDash val="solid"/>
          </a:ln>
        </p:spPr>
      </p:sp>
      <p:sp>
        <p:nvSpPr>
          <p:cNvPr id="8" name="Shape 6"/>
          <p:cNvSpPr/>
          <p:nvPr/>
        </p:nvSpPr>
        <p:spPr>
          <a:xfrm>
            <a:off x="6095848" y="3657600"/>
            <a:ext cx="2572664" cy="1691640"/>
          </a:xfrm>
          <a:prstGeom prst="line">
            <a:avLst/>
          </a:prstGeom>
          <a:noFill/>
          <a:ln w="25400">
            <a:solidFill>
              <a:srgbClr val="C9D3D1"/>
            </a:solidFill>
            <a:prstDash val="solid"/>
          </a:ln>
        </p:spPr>
      </p:sp>
      <p:sp>
        <p:nvSpPr>
          <p:cNvPr id="9" name="Mind map centre"/>
          <p:cNvSpPr/>
          <p:nvPr/>
        </p:nvSpPr>
        <p:spPr>
          <a:xfrm>
            <a:off x="5204308" y="2766060"/>
            <a:ext cx="1783080" cy="1783080"/>
          </a:xfrm>
          <a:prstGeom prst="ellipse">
            <a:avLst/>
          </a:prstGeom>
          <a:solidFill>
            <a:schemeClr val="accent1"/>
          </a:solidFill>
          <a:ln w="50800">
            <a:solidFill>
              <a:schemeClr val="bg1"/>
            </a:solidFill>
            <a:prstDash val="solid"/>
          </a:ln>
          <a:effectLst>
            <a:outerShdw sx="100000" sy="100000" kx="0" ky="0" algn="bl" rotWithShape="0" blurRad="127000" dist="38100" dir="5400000">
              <a:srgbClr val="000000">
                <a:alpha val="14000"/>
              </a:srgbClr>
            </a:outerShdw>
          </a:effectLst>
        </p:spPr>
      </p:sp>
      <p:sp>
        <p:nvSpPr>
          <p:cNvPr id="10" name="Text 8"/>
          <p:cNvSpPr txBox="1"/>
          <p:nvPr/>
        </p:nvSpPr>
        <p:spPr>
          <a:xfrm>
            <a:off x="5341468" y="2903220"/>
            <a:ext cx="1508760" cy="1508760"/>
          </a:xfrm>
          <a:prstGeom prst="rect">
            <a:avLst/>
          </a:prstGeom>
          <a:noFill/>
          <a:ln/>
        </p:spPr>
        <p:txBody>
          <a:bodyPr wrap="square" lIns="0" tIns="0" rIns="0" bIns="0" rtlCol="0" anchor="ctr"/>
          <a:lstStyle/>
          <a:p>
            <a:pPr algn="ctr" indent="0" marL="0">
              <a:buNone/>
            </a:pPr>
            <a:r>
              <a:rPr lang="en-US" sz="2000" b="1" dirty="0">
                <a:solidFill>
                  <a:schemeClr val="bg1"/>
                </a:solidFill>
              </a:rPr>
              <a:t>Stay safe in Australia!</a:t>
            </a:r>
            <a:endParaRPr lang="en-US" sz="2000" dirty="0"/>
          </a:p>
        </p:txBody>
      </p:sp>
      <p:sp>
        <p:nvSpPr>
          <p:cNvPr id="11" name="Slip, slop, slap! circle"/>
          <p:cNvSpPr/>
          <p:nvPr/>
        </p:nvSpPr>
        <p:spPr>
          <a:xfrm>
            <a:off x="3154680" y="1600200"/>
            <a:ext cx="731520" cy="731520"/>
          </a:xfrm>
          <a:prstGeom prst="ellipse">
            <a:avLst/>
          </a:prstGeom>
          <a:solidFill>
            <a:schemeClr val="accent3"/>
          </a:solidFill>
          <a:ln/>
        </p:spPr>
      </p:sp>
      <p:pic>
        <p:nvPicPr>
          <p:cNvPr id="12" name="Slip, slop, slap! icon" descr="preencoded.png">    </p:cNvPr>
          <p:cNvPicPr>
            <a:picLocks noChangeAspect="1"/>
          </p:cNvPicPr>
          <p:nvPr/>
        </p:nvPicPr>
        <p:blipFill>
          <a:blip r:embed="rId1"/>
          <a:stretch>
            <a:fillRect/>
          </a:stretch>
        </p:blipFill>
        <p:spPr>
          <a:xfrm>
            <a:off x="3322930" y="1768450"/>
            <a:ext cx="395021" cy="395021"/>
          </a:xfrm>
          <a:prstGeom prst="rect">
            <a:avLst/>
          </a:prstGeom>
        </p:spPr>
      </p:pic>
      <p:sp>
        <p:nvSpPr>
          <p:cNvPr id="13" name="Text 10"/>
          <p:cNvSpPr txBox="1"/>
          <p:nvPr/>
        </p:nvSpPr>
        <p:spPr>
          <a:xfrm>
            <a:off x="548640" y="1508760"/>
            <a:ext cx="2468880" cy="310896"/>
          </a:xfrm>
          <a:prstGeom prst="rect">
            <a:avLst/>
          </a:prstGeom>
          <a:noFill/>
          <a:ln/>
        </p:spPr>
        <p:txBody>
          <a:bodyPr wrap="square" lIns="0" tIns="0" rIns="0" bIns="0" rtlCol="0" anchor="ctr"/>
          <a:lstStyle/>
          <a:p>
            <a:pPr algn="r" indent="0" marL="0">
              <a:buNone/>
            </a:pPr>
            <a:r>
              <a:rPr lang="en-US" sz="1600" b="1" dirty="0">
                <a:solidFill>
                  <a:schemeClr val="tx1"/>
                </a:solidFill>
              </a:rPr>
              <a:t>Slip, slop, slap!</a:t>
            </a:r>
            <a:endParaRPr lang="en-US" sz="1600" dirty="0"/>
          </a:p>
        </p:txBody>
      </p:sp>
      <p:sp>
        <p:nvSpPr>
          <p:cNvPr id="14" name="Text 11"/>
          <p:cNvSpPr txBox="1"/>
          <p:nvPr/>
        </p:nvSpPr>
        <p:spPr>
          <a:xfrm>
            <a:off x="548640" y="1828800"/>
            <a:ext cx="2468880" cy="566928"/>
          </a:xfrm>
          <a:prstGeom prst="rect">
            <a:avLst/>
          </a:prstGeom>
          <a:noFill/>
          <a:ln/>
        </p:spPr>
        <p:txBody>
          <a:bodyPr wrap="square" lIns="0" tIns="0" rIns="0" bIns="0" rtlCol="0" anchor="t"/>
          <a:lstStyle/>
          <a:p>
            <a:pPr algn="r" indent="0" marL="0">
              <a:buNone/>
            </a:pPr>
            <a:r>
              <a:rPr lang="en-US" sz="1400" dirty="0">
                <a:solidFill>
                  <a:srgbClr val="5F6B68"/>
                </a:solidFill>
              </a:rPr>
              <a:t>shirt, </a:t>
            </a:r>
            <a:pPr algn="r" indent="0" marL="0">
              <a:buNone/>
            </a:pPr>
            <a:r>
              <a:rPr lang="en-US" sz="1400" dirty="0">
                <a:solidFill>
                  <a:srgbClr val="5F6B68"/>
                </a:solidFill>
                <a:highlight>
                  <a:srgbClr val="FFE27A"/>
                </a:highlight>
              </a:rPr>
              <a:t>sunscreen</a:t>
            </a:r>
            <a:pPr algn="r" indent="0" marL="0">
              <a:buNone/>
            </a:pPr>
            <a:r>
              <a:rPr lang="en-US" sz="1400" dirty="0">
                <a:solidFill>
                  <a:srgbClr val="5F6B68"/>
                </a:solidFill>
              </a:rPr>
              <a:t> and a hat</a:t>
            </a:r>
            <a:endParaRPr lang="en-US" sz="1400" dirty="0"/>
          </a:p>
        </p:txBody>
      </p:sp>
      <p:sp>
        <p:nvSpPr>
          <p:cNvPr id="15" name="Red and yellow flags circle"/>
          <p:cNvSpPr/>
          <p:nvPr/>
        </p:nvSpPr>
        <p:spPr>
          <a:xfrm>
            <a:off x="3154680" y="3291840"/>
            <a:ext cx="731520" cy="731520"/>
          </a:xfrm>
          <a:prstGeom prst="ellipse">
            <a:avLst/>
          </a:prstGeom>
          <a:solidFill>
            <a:schemeClr val="accent6"/>
          </a:solidFill>
          <a:ln/>
        </p:spPr>
      </p:sp>
      <p:pic>
        <p:nvPicPr>
          <p:cNvPr id="16" name="Red and yellow flags icon" descr="preencoded.png">    </p:cNvPr>
          <p:cNvPicPr>
            <a:picLocks noChangeAspect="1"/>
          </p:cNvPicPr>
          <p:nvPr/>
        </p:nvPicPr>
        <p:blipFill>
          <a:blip r:embed="rId2"/>
          <a:stretch>
            <a:fillRect/>
          </a:stretch>
        </p:blipFill>
        <p:spPr>
          <a:xfrm>
            <a:off x="3322930" y="3460090"/>
            <a:ext cx="395021" cy="395021"/>
          </a:xfrm>
          <a:prstGeom prst="rect">
            <a:avLst/>
          </a:prstGeom>
        </p:spPr>
      </p:pic>
      <p:sp>
        <p:nvSpPr>
          <p:cNvPr id="17" name="Text 13"/>
          <p:cNvSpPr txBox="1"/>
          <p:nvPr/>
        </p:nvSpPr>
        <p:spPr>
          <a:xfrm>
            <a:off x="548640" y="3200400"/>
            <a:ext cx="2468880" cy="310896"/>
          </a:xfrm>
          <a:prstGeom prst="rect">
            <a:avLst/>
          </a:prstGeom>
          <a:noFill/>
          <a:ln/>
        </p:spPr>
        <p:txBody>
          <a:bodyPr wrap="square" lIns="0" tIns="0" rIns="0" bIns="0" rtlCol="0" anchor="ctr"/>
          <a:lstStyle/>
          <a:p>
            <a:pPr algn="r" indent="0" marL="0">
              <a:buNone/>
            </a:pPr>
            <a:r>
              <a:rPr lang="en-US" sz="1600" b="1" dirty="0">
                <a:solidFill>
                  <a:schemeClr val="tx1"/>
                </a:solidFill>
              </a:rPr>
              <a:t>Red and yellow flags</a:t>
            </a:r>
            <a:endParaRPr lang="en-US" sz="1600" dirty="0"/>
          </a:p>
        </p:txBody>
      </p:sp>
      <p:sp>
        <p:nvSpPr>
          <p:cNvPr id="18" name="Text 14"/>
          <p:cNvSpPr txBox="1"/>
          <p:nvPr/>
        </p:nvSpPr>
        <p:spPr>
          <a:xfrm>
            <a:off x="548640" y="3520440"/>
            <a:ext cx="2468880" cy="566928"/>
          </a:xfrm>
          <a:prstGeom prst="rect">
            <a:avLst/>
          </a:prstGeom>
          <a:noFill/>
          <a:ln/>
        </p:spPr>
        <p:txBody>
          <a:bodyPr wrap="square" lIns="0" tIns="0" rIns="0" bIns="0" rtlCol="0" anchor="t"/>
          <a:lstStyle/>
          <a:p>
            <a:pPr algn="r" indent="0" marL="0">
              <a:buNone/>
            </a:pPr>
            <a:r>
              <a:rPr lang="en-US" sz="1400" dirty="0">
                <a:solidFill>
                  <a:srgbClr val="5F6B68"/>
                </a:solidFill>
              </a:rPr>
              <a:t>swim between them – </a:t>
            </a:r>
            <a:pPr algn="r" indent="0" marL="0">
              <a:buNone/>
            </a:pPr>
            <a:r>
              <a:rPr lang="en-US" sz="1400" dirty="0">
                <a:solidFill>
                  <a:srgbClr val="5F6B68"/>
                </a:solidFill>
                <a:highlight>
                  <a:srgbClr val="FFE27A"/>
                </a:highlight>
              </a:rPr>
              <a:t>lifeguards</a:t>
            </a:r>
            <a:pPr algn="r" indent="0" marL="0">
              <a:buNone/>
            </a:pPr>
            <a:r>
              <a:rPr lang="en-US" sz="1400" dirty="0">
                <a:solidFill>
                  <a:srgbClr val="5F6B68"/>
                </a:solidFill>
              </a:rPr>
              <a:t> watch you</a:t>
            </a:r>
            <a:endParaRPr lang="en-US" sz="1400" dirty="0"/>
          </a:p>
        </p:txBody>
      </p:sp>
      <p:sp>
        <p:nvSpPr>
          <p:cNvPr id="19" name="In the outback circle"/>
          <p:cNvSpPr/>
          <p:nvPr/>
        </p:nvSpPr>
        <p:spPr>
          <a:xfrm>
            <a:off x="3154680" y="4983480"/>
            <a:ext cx="731520" cy="731520"/>
          </a:xfrm>
          <a:prstGeom prst="ellipse">
            <a:avLst/>
          </a:prstGeom>
          <a:solidFill>
            <a:schemeClr val="accent5"/>
          </a:solidFill>
          <a:ln/>
        </p:spPr>
      </p:sp>
      <p:pic>
        <p:nvPicPr>
          <p:cNvPr id="20" name="In the outback icon" descr="preencoded.png">    </p:cNvPr>
          <p:cNvPicPr>
            <a:picLocks noChangeAspect="1"/>
          </p:cNvPicPr>
          <p:nvPr/>
        </p:nvPicPr>
        <p:blipFill>
          <a:blip r:embed="rId3"/>
          <a:stretch>
            <a:fillRect/>
          </a:stretch>
        </p:blipFill>
        <p:spPr>
          <a:xfrm>
            <a:off x="3322930" y="5151730"/>
            <a:ext cx="395021" cy="395021"/>
          </a:xfrm>
          <a:prstGeom prst="rect">
            <a:avLst/>
          </a:prstGeom>
        </p:spPr>
      </p:pic>
      <p:sp>
        <p:nvSpPr>
          <p:cNvPr id="21" name="Text 16"/>
          <p:cNvSpPr txBox="1"/>
          <p:nvPr/>
        </p:nvSpPr>
        <p:spPr>
          <a:xfrm>
            <a:off x="548640" y="4892040"/>
            <a:ext cx="2468880" cy="310896"/>
          </a:xfrm>
          <a:prstGeom prst="rect">
            <a:avLst/>
          </a:prstGeom>
          <a:noFill/>
          <a:ln/>
        </p:spPr>
        <p:txBody>
          <a:bodyPr wrap="square" lIns="0" tIns="0" rIns="0" bIns="0" rtlCol="0" anchor="ctr"/>
          <a:lstStyle/>
          <a:p>
            <a:pPr algn="r" indent="0" marL="0">
              <a:buNone/>
            </a:pPr>
            <a:r>
              <a:rPr lang="en-US" sz="1600" b="1" dirty="0">
                <a:solidFill>
                  <a:schemeClr val="tx1"/>
                </a:solidFill>
              </a:rPr>
              <a:t>In the </a:t>
            </a:r>
            <a:pPr algn="r" indent="0" marL="0">
              <a:buNone/>
            </a:pPr>
            <a:r>
              <a:rPr lang="en-US" sz="1600" b="1" dirty="0">
                <a:solidFill>
                  <a:schemeClr val="tx1"/>
                </a:solidFill>
                <a:highlight>
                  <a:srgbClr val="FFE27A"/>
                </a:highlight>
              </a:rPr>
              <a:t>outback</a:t>
            </a:r>
            <a:endParaRPr lang="en-US" sz="1600" dirty="0"/>
          </a:p>
        </p:txBody>
      </p:sp>
      <p:sp>
        <p:nvSpPr>
          <p:cNvPr id="22" name="Text 17"/>
          <p:cNvSpPr txBox="1"/>
          <p:nvPr/>
        </p:nvSpPr>
        <p:spPr>
          <a:xfrm>
            <a:off x="548640" y="5212080"/>
            <a:ext cx="2468880" cy="566928"/>
          </a:xfrm>
          <a:prstGeom prst="rect">
            <a:avLst/>
          </a:prstGeom>
          <a:noFill/>
          <a:ln/>
        </p:spPr>
        <p:txBody>
          <a:bodyPr wrap="square" lIns="0" tIns="0" rIns="0" bIns="0" rtlCol="0" anchor="t"/>
          <a:lstStyle/>
          <a:p>
            <a:pPr algn="r" indent="0" marL="0">
              <a:buNone/>
            </a:pPr>
            <a:r>
              <a:rPr lang="en-US" sz="1400" dirty="0">
                <a:solidFill>
                  <a:srgbClr val="5F6B68"/>
                </a:solidFill>
              </a:rPr>
              <a:t>always carry lots of water</a:t>
            </a:r>
            <a:endParaRPr lang="en-US" sz="1400" dirty="0"/>
          </a:p>
        </p:txBody>
      </p:sp>
      <p:sp>
        <p:nvSpPr>
          <p:cNvPr id="23" name="Box jellyfish circle"/>
          <p:cNvSpPr/>
          <p:nvPr/>
        </p:nvSpPr>
        <p:spPr>
          <a:xfrm>
            <a:off x="8302752" y="1600200"/>
            <a:ext cx="731520" cy="731520"/>
          </a:xfrm>
          <a:prstGeom prst="ellipse">
            <a:avLst/>
          </a:prstGeom>
          <a:solidFill>
            <a:schemeClr val="accent2"/>
          </a:solidFill>
          <a:ln/>
        </p:spPr>
      </p:sp>
      <p:pic>
        <p:nvPicPr>
          <p:cNvPr id="24" name="Box jellyfish icon" descr="preencoded.png">    </p:cNvPr>
          <p:cNvPicPr>
            <a:picLocks noChangeAspect="1"/>
          </p:cNvPicPr>
          <p:nvPr/>
        </p:nvPicPr>
        <p:blipFill>
          <a:blip r:embed="rId4"/>
          <a:stretch>
            <a:fillRect/>
          </a:stretch>
        </p:blipFill>
        <p:spPr>
          <a:xfrm>
            <a:off x="8471002" y="1768450"/>
            <a:ext cx="395021" cy="395021"/>
          </a:xfrm>
          <a:prstGeom prst="rect">
            <a:avLst/>
          </a:prstGeom>
        </p:spPr>
      </p:pic>
      <p:sp>
        <p:nvSpPr>
          <p:cNvPr id="25" name="Text 19"/>
          <p:cNvSpPr txBox="1"/>
          <p:nvPr/>
        </p:nvSpPr>
        <p:spPr>
          <a:xfrm>
            <a:off x="9171432" y="1508760"/>
            <a:ext cx="2468880" cy="310896"/>
          </a:xfrm>
          <a:prstGeom prst="rect">
            <a:avLst/>
          </a:prstGeom>
          <a:noFill/>
          <a:ln/>
        </p:spPr>
        <p:txBody>
          <a:bodyPr wrap="square" lIns="0" tIns="0" rIns="0" bIns="0" rtlCol="0" anchor="ctr"/>
          <a:lstStyle/>
          <a:p>
            <a:pPr algn="l" indent="0" marL="0">
              <a:buNone/>
            </a:pPr>
            <a:r>
              <a:rPr lang="en-US" sz="1600" b="1" dirty="0">
                <a:solidFill>
                  <a:schemeClr val="tx1"/>
                </a:solidFill>
              </a:rPr>
              <a:t>Box jellyfish</a:t>
            </a:r>
            <a:endParaRPr lang="en-US" sz="1600" dirty="0"/>
          </a:p>
        </p:txBody>
      </p:sp>
      <p:sp>
        <p:nvSpPr>
          <p:cNvPr id="26" name="Text 20"/>
          <p:cNvSpPr txBox="1"/>
          <p:nvPr/>
        </p:nvSpPr>
        <p:spPr>
          <a:xfrm>
            <a:off x="9171432" y="1828800"/>
            <a:ext cx="2468880" cy="566928"/>
          </a:xfrm>
          <a:prstGeom prst="rect">
            <a:avLst/>
          </a:prstGeom>
          <a:noFill/>
          <a:ln/>
        </p:spPr>
        <p:txBody>
          <a:bodyPr wrap="square" lIns="0" tIns="0" rIns="0" bIns="0" rtlCol="0" anchor="t"/>
          <a:lstStyle/>
          <a:p>
            <a:pPr algn="l" indent="0" marL="0">
              <a:buNone/>
            </a:pPr>
            <a:r>
              <a:rPr lang="en-US" sz="1400" dirty="0">
                <a:solidFill>
                  <a:srgbClr val="5F6B68"/>
                </a:solidFill>
              </a:rPr>
              <a:t>wear a stinger suit in the tropical north</a:t>
            </a:r>
            <a:endParaRPr lang="en-US" sz="1400" dirty="0"/>
          </a:p>
        </p:txBody>
      </p:sp>
      <p:sp>
        <p:nvSpPr>
          <p:cNvPr id="27" name="Crocodiles circle"/>
          <p:cNvSpPr/>
          <p:nvPr/>
        </p:nvSpPr>
        <p:spPr>
          <a:xfrm>
            <a:off x="8302752" y="3291840"/>
            <a:ext cx="731520" cy="731520"/>
          </a:xfrm>
          <a:prstGeom prst="ellipse">
            <a:avLst/>
          </a:prstGeom>
          <a:solidFill>
            <a:schemeClr val="accent4"/>
          </a:solidFill>
          <a:ln/>
        </p:spPr>
      </p:sp>
      <p:pic>
        <p:nvPicPr>
          <p:cNvPr id="28" name="Crocodiles icon" descr="preencoded.png">    </p:cNvPr>
          <p:cNvPicPr>
            <a:picLocks noChangeAspect="1"/>
          </p:cNvPicPr>
          <p:nvPr/>
        </p:nvPicPr>
        <p:blipFill>
          <a:blip r:embed="rId5"/>
          <a:stretch>
            <a:fillRect/>
          </a:stretch>
        </p:blipFill>
        <p:spPr>
          <a:xfrm>
            <a:off x="8471002" y="3460090"/>
            <a:ext cx="395021" cy="395021"/>
          </a:xfrm>
          <a:prstGeom prst="rect">
            <a:avLst/>
          </a:prstGeom>
        </p:spPr>
      </p:pic>
      <p:sp>
        <p:nvSpPr>
          <p:cNvPr id="29" name="Text 22"/>
          <p:cNvSpPr txBox="1"/>
          <p:nvPr/>
        </p:nvSpPr>
        <p:spPr>
          <a:xfrm>
            <a:off x="9171432" y="3200400"/>
            <a:ext cx="2468880" cy="310896"/>
          </a:xfrm>
          <a:prstGeom prst="rect">
            <a:avLst/>
          </a:prstGeom>
          <a:noFill/>
          <a:ln/>
        </p:spPr>
        <p:txBody>
          <a:bodyPr wrap="square" lIns="0" tIns="0" rIns="0" bIns="0" rtlCol="0" anchor="ctr"/>
          <a:lstStyle/>
          <a:p>
            <a:pPr algn="l" indent="0" marL="0">
              <a:buNone/>
            </a:pPr>
            <a:r>
              <a:rPr lang="en-US" sz="1600" b="1" dirty="0">
                <a:solidFill>
                  <a:schemeClr val="tx1"/>
                </a:solidFill>
              </a:rPr>
              <a:t>Crocodiles</a:t>
            </a:r>
            <a:endParaRPr lang="en-US" sz="1600" dirty="0"/>
          </a:p>
        </p:txBody>
      </p:sp>
      <p:sp>
        <p:nvSpPr>
          <p:cNvPr id="30" name="Text 23"/>
          <p:cNvSpPr txBox="1"/>
          <p:nvPr/>
        </p:nvSpPr>
        <p:spPr>
          <a:xfrm>
            <a:off x="9171432" y="3520440"/>
            <a:ext cx="2468880" cy="566928"/>
          </a:xfrm>
          <a:prstGeom prst="rect">
            <a:avLst/>
          </a:prstGeom>
          <a:noFill/>
          <a:ln/>
        </p:spPr>
        <p:txBody>
          <a:bodyPr wrap="square" lIns="0" tIns="0" rIns="0" bIns="0" rtlCol="0" anchor="t"/>
          <a:lstStyle/>
          <a:p>
            <a:pPr algn="l" indent="0" marL="0">
              <a:buNone/>
            </a:pPr>
            <a:r>
              <a:rPr lang="en-US" sz="1400" dirty="0">
                <a:solidFill>
                  <a:srgbClr val="5F6B68"/>
                </a:solidFill>
              </a:rPr>
              <a:t>never swim where you see warning signs</a:t>
            </a:r>
            <a:endParaRPr lang="en-US" sz="1400" dirty="0"/>
          </a:p>
        </p:txBody>
      </p:sp>
      <p:sp>
        <p:nvSpPr>
          <p:cNvPr id="31" name="Snakes &amp; spiders circle"/>
          <p:cNvSpPr/>
          <p:nvPr/>
        </p:nvSpPr>
        <p:spPr>
          <a:xfrm>
            <a:off x="8302752" y="4983480"/>
            <a:ext cx="731520" cy="731520"/>
          </a:xfrm>
          <a:prstGeom prst="ellipse">
            <a:avLst/>
          </a:prstGeom>
          <a:solidFill>
            <a:schemeClr val="tx2"/>
          </a:solidFill>
          <a:ln/>
        </p:spPr>
      </p:sp>
      <p:pic>
        <p:nvPicPr>
          <p:cNvPr id="32" name="Snakes &amp; spiders icon" descr="preencoded.png">    </p:cNvPr>
          <p:cNvPicPr>
            <a:picLocks noChangeAspect="1"/>
          </p:cNvPicPr>
          <p:nvPr/>
        </p:nvPicPr>
        <p:blipFill>
          <a:blip r:embed="rId6"/>
          <a:stretch>
            <a:fillRect/>
          </a:stretch>
        </p:blipFill>
        <p:spPr>
          <a:xfrm>
            <a:off x="8471002" y="5151730"/>
            <a:ext cx="395021" cy="395021"/>
          </a:xfrm>
          <a:prstGeom prst="rect">
            <a:avLst/>
          </a:prstGeom>
        </p:spPr>
      </p:pic>
      <p:sp>
        <p:nvSpPr>
          <p:cNvPr id="33" name="Text 25"/>
          <p:cNvSpPr txBox="1"/>
          <p:nvPr/>
        </p:nvSpPr>
        <p:spPr>
          <a:xfrm>
            <a:off x="9171432" y="4892040"/>
            <a:ext cx="2468880" cy="310896"/>
          </a:xfrm>
          <a:prstGeom prst="rect">
            <a:avLst/>
          </a:prstGeom>
          <a:noFill/>
          <a:ln/>
        </p:spPr>
        <p:txBody>
          <a:bodyPr wrap="square" lIns="0" tIns="0" rIns="0" bIns="0" rtlCol="0" anchor="ctr"/>
          <a:lstStyle/>
          <a:p>
            <a:pPr algn="l" indent="0" marL="0">
              <a:buNone/>
            </a:pPr>
            <a:r>
              <a:rPr lang="en-US" sz="1600" b="1" dirty="0">
                <a:solidFill>
                  <a:schemeClr val="tx1"/>
                </a:solidFill>
              </a:rPr>
              <a:t>Snakes &amp; spiders</a:t>
            </a:r>
            <a:endParaRPr lang="en-US" sz="1600" dirty="0"/>
          </a:p>
        </p:txBody>
      </p:sp>
      <p:sp>
        <p:nvSpPr>
          <p:cNvPr id="34" name="Text 26"/>
          <p:cNvSpPr txBox="1"/>
          <p:nvPr/>
        </p:nvSpPr>
        <p:spPr>
          <a:xfrm>
            <a:off x="9171432" y="5212080"/>
            <a:ext cx="2468880" cy="566928"/>
          </a:xfrm>
          <a:prstGeom prst="rect">
            <a:avLst/>
          </a:prstGeom>
          <a:noFill/>
          <a:ln/>
        </p:spPr>
        <p:txBody>
          <a:bodyPr wrap="square" lIns="0" tIns="0" rIns="0" bIns="0" rtlCol="0" anchor="t"/>
          <a:lstStyle/>
          <a:p>
            <a:pPr algn="l" indent="0" marL="0">
              <a:buNone/>
            </a:pPr>
            <a:r>
              <a:rPr lang="en-US" sz="1400" dirty="0">
                <a:solidFill>
                  <a:srgbClr val="5F6B68"/>
                </a:solidFill>
              </a:rPr>
              <a:t>wear closed shoes and shake them out</a:t>
            </a:r>
            <a:endParaRPr lang="en-US" sz="1400" dirty="0"/>
          </a:p>
        </p:txBody>
      </p:sp>
      <p:sp>
        <p:nvSpPr>
          <p:cNvPr id="35" name="Emergency pill"/>
          <p:cNvSpPr/>
          <p:nvPr/>
        </p:nvSpPr>
        <p:spPr>
          <a:xfrm>
            <a:off x="4404208" y="5687568"/>
            <a:ext cx="3383280" cy="457200"/>
          </a:xfrm>
          <a:prstGeom prst="roundRect">
            <a:avLst>
              <a:gd name="adj" fmla="val 50000"/>
            </a:avLst>
          </a:prstGeom>
          <a:solidFill>
            <a:schemeClr val="tx2"/>
          </a:solidFill>
          <a:ln/>
        </p:spPr>
      </p:sp>
      <p:pic>
        <p:nvPicPr>
          <p:cNvPr id="36" name="Image 6" descr="preencoded.png">    </p:cNvPr>
          <p:cNvPicPr>
            <a:picLocks noChangeAspect="1"/>
          </p:cNvPicPr>
          <p:nvPr/>
        </p:nvPicPr>
        <p:blipFill>
          <a:blip r:embed="rId7"/>
          <a:stretch>
            <a:fillRect/>
          </a:stretch>
        </p:blipFill>
        <p:spPr>
          <a:xfrm>
            <a:off x="4632808" y="5797296"/>
            <a:ext cx="237744" cy="237744"/>
          </a:xfrm>
          <a:prstGeom prst="rect">
            <a:avLst/>
          </a:prstGeom>
        </p:spPr>
      </p:pic>
      <p:sp>
        <p:nvSpPr>
          <p:cNvPr id="37" name="Text 28"/>
          <p:cNvSpPr txBox="1"/>
          <p:nvPr/>
        </p:nvSpPr>
        <p:spPr>
          <a:xfrm>
            <a:off x="4952848" y="5687568"/>
            <a:ext cx="2743200" cy="457200"/>
          </a:xfrm>
          <a:prstGeom prst="rect">
            <a:avLst/>
          </a:prstGeom>
          <a:noFill/>
          <a:ln/>
        </p:spPr>
        <p:txBody>
          <a:bodyPr wrap="square" lIns="0" tIns="0" rIns="0" bIns="0" rtlCol="0" anchor="ctr"/>
          <a:lstStyle/>
          <a:p>
            <a:pPr indent="0" marL="0">
              <a:buNone/>
            </a:pPr>
            <a:r>
              <a:rPr lang="en-US" sz="1500" dirty="0">
                <a:solidFill>
                  <a:schemeClr val="bg1"/>
                </a:solidFill>
              </a:rPr>
              <a:t>Emergency? Call </a:t>
            </a:r>
            <a:pPr indent="0" marL="0">
              <a:buNone/>
            </a:pPr>
            <a:r>
              <a:rPr lang="en-US" sz="1500" b="1" dirty="0">
                <a:solidFill>
                  <a:schemeClr val="accent3"/>
                </a:solidFill>
              </a:rPr>
              <a:t>000</a:t>
            </a:r>
            <a:pPr indent="0" marL="0">
              <a:buNone/>
            </a:pPr>
            <a:r>
              <a:rPr lang="en-US" sz="1500" dirty="0">
                <a:solidFill>
                  <a:schemeClr val="bg1"/>
                </a:solidFill>
              </a:rPr>
              <a:t> (triple zero)</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852160" cy="822960"/>
          </a:xfrm>
          <a:prstGeom prst="rect">
            <a:avLst/>
          </a:prstGeom>
          <a:noFill/>
          <a:ln/>
        </p:spPr>
        <p:txBody>
          <a:bodyPr wrap="square" lIns="0" tIns="0" rIns="0" bIns="0" rtlCol="0" anchor="ctr"/>
          <a:lstStyle/>
          <a:p>
            <a:pPr algn="l" indent="0" marL="0">
              <a:buNone/>
            </a:pPr>
            <a:r>
              <a:rPr lang="en-US" sz="4400" b="1" dirty="0">
                <a:solidFill>
                  <a:schemeClr val="bg1"/>
                </a:solidFill>
              </a:rPr>
              <a:t>Thanks for listening!</a:t>
            </a:r>
            <a:endParaRPr lang="en-US" sz="4400" dirty="0"/>
          </a:p>
        </p:txBody>
      </p:sp>
      <p:sp>
        <p:nvSpPr>
          <p:cNvPr id="3" name="Text 1"/>
          <p:cNvSpPr txBox="1"/>
          <p:nvPr/>
        </p:nvSpPr>
        <p:spPr>
          <a:xfrm>
            <a:off x="640080" y="2377440"/>
            <a:ext cx="5577840" cy="914400"/>
          </a:xfrm>
          <a:prstGeom prst="rect">
            <a:avLst/>
          </a:prstGeom>
          <a:noFill/>
          <a:ln/>
        </p:spPr>
        <p:txBody>
          <a:bodyPr wrap="square" lIns="0" tIns="0" rIns="0" bIns="0" rtlCol="0" anchor="t"/>
          <a:lstStyle/>
          <a:p>
            <a:pPr indent="0" marL="0">
              <a:buNone/>
            </a:pPr>
            <a:r>
              <a:rPr lang="en-US" sz="2200" b="1" i="1" dirty="0">
                <a:solidFill>
                  <a:schemeClr val="accent3"/>
                </a:solidFill>
              </a:rPr>
              <a:t>If we could go</a:t>
            </a:r>
            <a:pPr indent="0" marL="0">
              <a:buNone/>
            </a:pPr>
            <a:r>
              <a:rPr lang="en-US" sz="2200" i="1" dirty="0">
                <a:solidFill>
                  <a:schemeClr val="bg1"/>
                </a:solidFill>
              </a:rPr>
              <a:t> tomorrow, we </a:t>
            </a:r>
            <a:pPr indent="0" marL="0">
              <a:buNone/>
            </a:pPr>
            <a:r>
              <a:rPr lang="en-US" sz="2200" b="1" i="1" dirty="0">
                <a:solidFill>
                  <a:schemeClr val="bg1"/>
                </a:solidFill>
              </a:rPr>
              <a:t>would pack</a:t>
            </a:r>
            <a:pPr indent="0" marL="0">
              <a:buNone/>
            </a:pPr>
            <a:r>
              <a:rPr lang="en-US" sz="2200" i="1" dirty="0">
                <a:solidFill>
                  <a:schemeClr val="bg1"/>
                </a:solidFill>
              </a:rPr>
              <a:t> our bags right now!</a:t>
            </a:r>
            <a:endParaRPr lang="en-US" sz="2200" dirty="0"/>
          </a:p>
        </p:txBody>
      </p:sp>
      <p:sp>
        <p:nvSpPr>
          <p:cNvPr id="4" name="Text 2"/>
          <p:cNvSpPr txBox="1"/>
          <p:nvPr/>
        </p:nvSpPr>
        <p:spPr>
          <a:xfrm>
            <a:off x="640080" y="3429000"/>
            <a:ext cx="5577840" cy="457200"/>
          </a:xfrm>
          <a:prstGeom prst="rect">
            <a:avLst/>
          </a:prstGeom>
          <a:noFill/>
          <a:ln/>
        </p:spPr>
        <p:txBody>
          <a:bodyPr wrap="square" lIns="0" tIns="0" rIns="0" bIns="0" rtlCol="0" anchor="ctr"/>
          <a:lstStyle/>
          <a:p>
            <a:pPr indent="0" marL="0">
              <a:buNone/>
            </a:pPr>
            <a:r>
              <a:rPr lang="en-US" sz="2200" b="1" dirty="0">
                <a:solidFill>
                  <a:schemeClr val="accent3"/>
                </a:solidFill>
              </a:rPr>
              <a:t>Do you have any questions?</a:t>
            </a:r>
            <a:endParaRPr lang="en-US" sz="2200" dirty="0"/>
          </a:p>
        </p:txBody>
      </p:sp>
      <p:sp>
        <p:nvSpPr>
          <p:cNvPr id="5" name="Place pill 1"/>
          <p:cNvSpPr/>
          <p:nvPr/>
        </p:nvSpPr>
        <p:spPr>
          <a:xfrm>
            <a:off x="640080" y="4343400"/>
            <a:ext cx="1261872" cy="420624"/>
          </a:xfrm>
          <a:prstGeom prst="roundRect">
            <a:avLst>
              <a:gd name="adj" fmla="val 50000"/>
            </a:avLst>
          </a:prstGeom>
          <a:solidFill>
            <a:schemeClr val="accent5"/>
          </a:solidFill>
          <a:ln/>
        </p:spPr>
      </p:sp>
      <p:sp>
        <p:nvSpPr>
          <p:cNvPr id="6" name="Text 4"/>
          <p:cNvSpPr txBox="1"/>
          <p:nvPr/>
        </p:nvSpPr>
        <p:spPr>
          <a:xfrm>
            <a:off x="804672" y="4343400"/>
            <a:ext cx="987552" cy="420624"/>
          </a:xfrm>
          <a:prstGeom prst="rect">
            <a:avLst/>
          </a:prstGeom>
          <a:noFill/>
          <a:ln/>
        </p:spPr>
        <p:txBody>
          <a:bodyPr wrap="square" lIns="0" tIns="0" rIns="0" bIns="0" rtlCol="0" anchor="ctr"/>
          <a:lstStyle/>
          <a:p>
            <a:pPr indent="0" marL="0">
              <a:buNone/>
            </a:pPr>
            <a:r>
              <a:rPr lang="en-US" sz="1500" b="1" dirty="0">
                <a:solidFill>
                  <a:schemeClr val="bg1"/>
                </a:solidFill>
              </a:rPr>
              <a:t>1   </a:t>
            </a:r>
            <a:pPr indent="0" marL="0">
              <a:buNone/>
            </a:pPr>
            <a:r>
              <a:rPr lang="en-US" sz="1500" dirty="0">
                <a:solidFill>
                  <a:schemeClr val="bg1"/>
                </a:solidFill>
              </a:rPr>
              <a:t>Sydney</a:t>
            </a:r>
            <a:endParaRPr lang="en-US" sz="1500" dirty="0"/>
          </a:p>
        </p:txBody>
      </p:sp>
      <p:sp>
        <p:nvSpPr>
          <p:cNvPr id="7" name="Place pill 2"/>
          <p:cNvSpPr/>
          <p:nvPr/>
        </p:nvSpPr>
        <p:spPr>
          <a:xfrm>
            <a:off x="2084832" y="4343400"/>
            <a:ext cx="2414016" cy="420624"/>
          </a:xfrm>
          <a:prstGeom prst="roundRect">
            <a:avLst>
              <a:gd name="adj" fmla="val 50000"/>
            </a:avLst>
          </a:prstGeom>
          <a:solidFill>
            <a:schemeClr val="accent2"/>
          </a:solidFill>
          <a:ln/>
        </p:spPr>
      </p:sp>
      <p:sp>
        <p:nvSpPr>
          <p:cNvPr id="8" name="Text 6"/>
          <p:cNvSpPr txBox="1"/>
          <p:nvPr/>
        </p:nvSpPr>
        <p:spPr>
          <a:xfrm>
            <a:off x="2249424" y="4343400"/>
            <a:ext cx="2139696" cy="420624"/>
          </a:xfrm>
          <a:prstGeom prst="rect">
            <a:avLst/>
          </a:prstGeom>
          <a:noFill/>
          <a:ln/>
        </p:spPr>
        <p:txBody>
          <a:bodyPr wrap="square" lIns="0" tIns="0" rIns="0" bIns="0" rtlCol="0" anchor="ctr"/>
          <a:lstStyle/>
          <a:p>
            <a:pPr indent="0" marL="0">
              <a:buNone/>
            </a:pPr>
            <a:r>
              <a:rPr lang="en-US" sz="1500" b="1" dirty="0">
                <a:solidFill>
                  <a:schemeClr val="bg1"/>
                </a:solidFill>
              </a:rPr>
              <a:t>2   </a:t>
            </a:r>
            <a:pPr indent="0" marL="0">
              <a:buNone/>
            </a:pPr>
            <a:r>
              <a:rPr lang="en-US" sz="1500" dirty="0">
                <a:solidFill>
                  <a:schemeClr val="bg1"/>
                </a:solidFill>
              </a:rPr>
              <a:t>Great Barrier Reef</a:t>
            </a:r>
            <a:endParaRPr lang="en-US" sz="1500" dirty="0"/>
          </a:p>
        </p:txBody>
      </p:sp>
      <p:sp>
        <p:nvSpPr>
          <p:cNvPr id="9" name="Place pill 3"/>
          <p:cNvSpPr/>
          <p:nvPr/>
        </p:nvSpPr>
        <p:spPr>
          <a:xfrm>
            <a:off x="640080" y="4910328"/>
            <a:ext cx="1165860" cy="420624"/>
          </a:xfrm>
          <a:prstGeom prst="roundRect">
            <a:avLst>
              <a:gd name="adj" fmla="val 50000"/>
            </a:avLst>
          </a:prstGeom>
          <a:solidFill>
            <a:schemeClr val="accent1"/>
          </a:solidFill>
          <a:ln/>
        </p:spPr>
      </p:sp>
      <p:sp>
        <p:nvSpPr>
          <p:cNvPr id="10" name="Text 8"/>
          <p:cNvSpPr txBox="1"/>
          <p:nvPr/>
        </p:nvSpPr>
        <p:spPr>
          <a:xfrm>
            <a:off x="804672" y="4910328"/>
            <a:ext cx="891540" cy="420624"/>
          </a:xfrm>
          <a:prstGeom prst="rect">
            <a:avLst/>
          </a:prstGeom>
          <a:noFill/>
          <a:ln/>
        </p:spPr>
        <p:txBody>
          <a:bodyPr wrap="square" lIns="0" tIns="0" rIns="0" bIns="0" rtlCol="0" anchor="ctr"/>
          <a:lstStyle/>
          <a:p>
            <a:pPr indent="0" marL="0">
              <a:buNone/>
            </a:pPr>
            <a:r>
              <a:rPr lang="en-US" sz="1500" b="1" dirty="0">
                <a:solidFill>
                  <a:schemeClr val="bg1"/>
                </a:solidFill>
              </a:rPr>
              <a:t>3   </a:t>
            </a:r>
            <a:pPr indent="0" marL="0">
              <a:buNone/>
            </a:pPr>
            <a:r>
              <a:rPr lang="en-US" sz="1500" dirty="0">
                <a:solidFill>
                  <a:schemeClr val="bg1"/>
                </a:solidFill>
              </a:rPr>
              <a:t>Uluru</a:t>
            </a:r>
            <a:endParaRPr lang="en-US" sz="1500" dirty="0"/>
          </a:p>
        </p:txBody>
      </p:sp>
      <p:sp>
        <p:nvSpPr>
          <p:cNvPr id="11" name="Place pill 4"/>
          <p:cNvSpPr/>
          <p:nvPr/>
        </p:nvSpPr>
        <p:spPr>
          <a:xfrm>
            <a:off x="1988820" y="4910328"/>
            <a:ext cx="2221992" cy="420624"/>
          </a:xfrm>
          <a:prstGeom prst="roundRect">
            <a:avLst>
              <a:gd name="adj" fmla="val 50000"/>
            </a:avLst>
          </a:prstGeom>
          <a:solidFill>
            <a:schemeClr val="accent4"/>
          </a:solidFill>
          <a:ln/>
        </p:spPr>
      </p:sp>
      <p:sp>
        <p:nvSpPr>
          <p:cNvPr id="12" name="Text 10"/>
          <p:cNvSpPr txBox="1"/>
          <p:nvPr/>
        </p:nvSpPr>
        <p:spPr>
          <a:xfrm>
            <a:off x="2153412" y="4910328"/>
            <a:ext cx="1947672" cy="420624"/>
          </a:xfrm>
          <a:prstGeom prst="rect">
            <a:avLst/>
          </a:prstGeom>
          <a:noFill/>
          <a:ln/>
        </p:spPr>
        <p:txBody>
          <a:bodyPr wrap="square" lIns="0" tIns="0" rIns="0" bIns="0" rtlCol="0" anchor="ctr"/>
          <a:lstStyle/>
          <a:p>
            <a:pPr indent="0" marL="0">
              <a:buNone/>
            </a:pPr>
            <a:r>
              <a:rPr lang="en-US" sz="1500" b="1" dirty="0">
                <a:solidFill>
                  <a:schemeClr val="bg1"/>
                </a:solidFill>
              </a:rPr>
              <a:t>4   </a:t>
            </a:r>
            <a:pPr indent="0" marL="0">
              <a:buNone/>
            </a:pPr>
            <a:r>
              <a:rPr lang="en-US" sz="1500" dirty="0">
                <a:solidFill>
                  <a:schemeClr val="bg1"/>
                </a:solidFill>
              </a:rPr>
              <a:t>Great Ocean Road</a:t>
            </a:r>
            <a:endParaRPr lang="en-US" sz="1500" dirty="0"/>
          </a:p>
        </p:txBody>
      </p:sp>
      <p:pic>
        <p:nvPicPr>
          <p:cNvPr id="13" name="Map of Australia with route" descr="preencoded.png">    </p:cNvPr>
          <p:cNvPicPr>
            <a:picLocks noChangeAspect="1"/>
          </p:cNvPicPr>
          <p:nvPr/>
        </p:nvPicPr>
        <p:blipFill>
          <a:blip r:embed="rId1"/>
          <a:stretch>
            <a:fillRect/>
          </a:stretch>
        </p:blipFill>
        <p:spPr>
          <a:xfrm>
            <a:off x="6438637" y="1051560"/>
            <a:ext cx="5044966" cy="4754880"/>
          </a:xfrm>
          <a:prstGeom prst="rect">
            <a:avLst/>
          </a:prstGeom>
        </p:spPr>
      </p:pic>
      <p:sp>
        <p:nvSpPr>
          <p:cNvPr id="14" name="Pin 1"/>
          <p:cNvSpPr/>
          <p:nvPr/>
        </p:nvSpPr>
        <p:spPr>
          <a:xfrm>
            <a:off x="10803790" y="4270007"/>
            <a:ext cx="384048" cy="384048"/>
          </a:xfrm>
          <a:prstGeom prst="ellipse">
            <a:avLst/>
          </a:prstGeom>
          <a:solidFill>
            <a:schemeClr val="bg1"/>
          </a:solidFill>
          <a:ln w="31750">
            <a:solidFill>
              <a:schemeClr val="accent5"/>
            </a:solidFill>
            <a:prstDash val="solid"/>
          </a:ln>
          <a:effectLst>
            <a:outerShdw sx="100000" sy="100000" kx="0" ky="0" algn="bl" rotWithShape="0" blurRad="127000" dist="38100" dir="5400000">
              <a:srgbClr val="000000">
                <a:alpha val="14000"/>
              </a:srgbClr>
            </a:outerShdw>
          </a:effectLst>
        </p:spPr>
      </p:sp>
      <p:sp>
        <p:nvSpPr>
          <p:cNvPr id="15" name="Text 12"/>
          <p:cNvSpPr txBox="1"/>
          <p:nvPr/>
        </p:nvSpPr>
        <p:spPr>
          <a:xfrm>
            <a:off x="10803790" y="4270007"/>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16" name="Pin 2"/>
          <p:cNvSpPr/>
          <p:nvPr/>
        </p:nvSpPr>
        <p:spPr>
          <a:xfrm>
            <a:off x="10409763" y="1911863"/>
            <a:ext cx="384048" cy="384048"/>
          </a:xfrm>
          <a:prstGeom prst="ellipse">
            <a:avLst/>
          </a:prstGeom>
          <a:solidFill>
            <a:schemeClr val="bg1"/>
          </a:solidFill>
          <a:ln w="31750">
            <a:solidFill>
              <a:schemeClr val="accent2"/>
            </a:solidFill>
            <a:prstDash val="solid"/>
          </a:ln>
          <a:effectLst>
            <a:outerShdw sx="100000" sy="100000" kx="0" ky="0" algn="bl" rotWithShape="0" blurRad="127000" dist="38100" dir="5400000">
              <a:srgbClr val="000000">
                <a:alpha val="14000"/>
              </a:srgbClr>
            </a:outerShdw>
          </a:effectLst>
        </p:spPr>
      </p:sp>
      <p:sp>
        <p:nvSpPr>
          <p:cNvPr id="17" name="Text 14"/>
          <p:cNvSpPr txBox="1"/>
          <p:nvPr/>
        </p:nvSpPr>
        <p:spPr>
          <a:xfrm>
            <a:off x="10409763" y="1911863"/>
            <a:ext cx="384048" cy="384048"/>
          </a:xfrm>
          <a:prstGeom prst="rect">
            <a:avLst/>
          </a:prstGeom>
          <a:noFill/>
          <a:ln/>
        </p:spPr>
        <p:txBody>
          <a:bodyPr wrap="square" lIns="0" tIns="0" rIns="0" bIns="0" rtlCol="0" anchor="ctr"/>
          <a:lstStyle/>
          <a:p>
            <a:pPr algn="ctr" indent="0" marL="0">
              <a:buNone/>
            </a:pPr>
            <a:r>
              <a:rPr lang="en-US" sz="1400" b="1" dirty="0">
                <a:solidFill>
                  <a:schemeClr val="accent2"/>
                </a:solidFill>
              </a:rPr>
              <a:t>2</a:t>
            </a:r>
            <a:endParaRPr lang="en-US" sz="1400" dirty="0"/>
          </a:p>
        </p:txBody>
      </p:sp>
      <p:sp>
        <p:nvSpPr>
          <p:cNvPr id="18" name="Pin 3"/>
          <p:cNvSpPr/>
          <p:nvPr/>
        </p:nvSpPr>
        <p:spPr>
          <a:xfrm>
            <a:off x="8505344" y="2988446"/>
            <a:ext cx="384048" cy="384048"/>
          </a:xfrm>
          <a:prstGeom prst="ellipse">
            <a:avLst/>
          </a:prstGeom>
          <a:solidFill>
            <a:schemeClr val="bg1"/>
          </a:solidFill>
          <a:ln w="31750">
            <a:solidFill>
              <a:schemeClr val="accent1"/>
            </a:solidFill>
            <a:prstDash val="solid"/>
          </a:ln>
          <a:effectLst>
            <a:outerShdw sx="100000" sy="100000" kx="0" ky="0" algn="bl" rotWithShape="0" blurRad="127000" dist="38100" dir="5400000">
              <a:srgbClr val="000000">
                <a:alpha val="14000"/>
              </a:srgbClr>
            </a:outerShdw>
          </a:effectLst>
        </p:spPr>
      </p:sp>
      <p:sp>
        <p:nvSpPr>
          <p:cNvPr id="19" name="Text 16"/>
          <p:cNvSpPr txBox="1"/>
          <p:nvPr/>
        </p:nvSpPr>
        <p:spPr>
          <a:xfrm>
            <a:off x="8505344" y="2988446"/>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20" name="Pin 4"/>
          <p:cNvSpPr/>
          <p:nvPr/>
        </p:nvSpPr>
        <p:spPr>
          <a:xfrm>
            <a:off x="9846505" y="4829175"/>
            <a:ext cx="384048" cy="384048"/>
          </a:xfrm>
          <a:prstGeom prst="ellipse">
            <a:avLst/>
          </a:prstGeom>
          <a:solidFill>
            <a:schemeClr val="bg1"/>
          </a:solidFill>
          <a:ln w="31750">
            <a:solidFill>
              <a:schemeClr val="accent4"/>
            </a:solidFill>
            <a:prstDash val="solid"/>
          </a:ln>
          <a:effectLst>
            <a:outerShdw sx="100000" sy="100000" kx="0" ky="0" algn="bl" rotWithShape="0" blurRad="127000" dist="38100" dir="5400000">
              <a:srgbClr val="000000">
                <a:alpha val="14000"/>
              </a:srgbClr>
            </a:outerShdw>
          </a:effectLst>
        </p:spPr>
      </p:sp>
      <p:sp>
        <p:nvSpPr>
          <p:cNvPr id="21" name="Text 18"/>
          <p:cNvSpPr txBox="1"/>
          <p:nvPr/>
        </p:nvSpPr>
        <p:spPr>
          <a:xfrm>
            <a:off x="9846505" y="4829175"/>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4</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B9C9C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Sources</a:t>
            </a:r>
            <a:endParaRPr lang="en-US" sz="3600" dirty="0"/>
          </a:p>
        </p:txBody>
      </p:sp>
      <p:sp>
        <p:nvSpPr>
          <p:cNvPr id="3" name="Facts circle"/>
          <p:cNvSpPr/>
          <p:nvPr/>
        </p:nvSpPr>
        <p:spPr>
          <a:xfrm>
            <a:off x="548640" y="1371600"/>
            <a:ext cx="512064" cy="512064"/>
          </a:xfrm>
          <a:prstGeom prst="ellipse">
            <a:avLst/>
          </a:prstGeom>
          <a:solidFill>
            <a:schemeClr val="accent5"/>
          </a:solidFill>
          <a:ln/>
        </p:spPr>
      </p:sp>
      <p:pic>
        <p:nvPicPr>
          <p:cNvPr id="4" name="Facts icon" descr="preencoded.png">    </p:cNvPr>
          <p:cNvPicPr>
            <a:picLocks noChangeAspect="1"/>
          </p:cNvPicPr>
          <p:nvPr/>
        </p:nvPicPr>
        <p:blipFill>
          <a:blip r:embed="rId1"/>
          <a:stretch>
            <a:fillRect/>
          </a:stretch>
        </p:blipFill>
        <p:spPr>
          <a:xfrm>
            <a:off x="666415" y="1489375"/>
            <a:ext cx="276515" cy="276515"/>
          </a:xfrm>
          <a:prstGeom prst="rect">
            <a:avLst/>
          </a:prstGeom>
        </p:spPr>
      </p:pic>
      <p:sp>
        <p:nvSpPr>
          <p:cNvPr id="5" name="Text 2"/>
          <p:cNvSpPr txBox="1"/>
          <p:nvPr/>
        </p:nvSpPr>
        <p:spPr>
          <a:xfrm>
            <a:off x="1207008" y="1371600"/>
            <a:ext cx="4572000" cy="512064"/>
          </a:xfrm>
          <a:prstGeom prst="rect">
            <a:avLst/>
          </a:prstGeom>
          <a:noFill/>
          <a:ln/>
        </p:spPr>
        <p:txBody>
          <a:bodyPr wrap="square" lIns="0" tIns="0" rIns="0" bIns="0" rtlCol="0" anchor="ctr"/>
          <a:lstStyle/>
          <a:p>
            <a:pPr indent="0" marL="0">
              <a:buNone/>
            </a:pPr>
            <a:r>
              <a:rPr lang="en-US" sz="1800" b="1" dirty="0">
                <a:solidFill>
                  <a:schemeClr val="tx2"/>
                </a:solidFill>
              </a:rPr>
              <a:t>Facts &amp; information</a:t>
            </a:r>
            <a:endParaRPr lang="en-US" sz="1800" dirty="0"/>
          </a:p>
        </p:txBody>
      </p:sp>
      <p:sp>
        <p:nvSpPr>
          <p:cNvPr id="6" name="Text 3"/>
          <p:cNvSpPr txBox="1"/>
          <p:nvPr/>
        </p:nvSpPr>
        <p:spPr>
          <a:xfrm>
            <a:off x="548640" y="2057400"/>
            <a:ext cx="6492240" cy="3840480"/>
          </a:xfrm>
          <a:prstGeom prst="rect">
            <a:avLst/>
          </a:prstGeom>
          <a:noFill/>
          <a:ln/>
        </p:spPr>
        <p:txBody>
          <a:bodyPr wrap="square" lIns="0" tIns="0" rIns="0" bIns="0" rtlCol="0" anchor="t"/>
          <a:lstStyle/>
          <a:p>
            <a:pPr indent="0" marL="0">
              <a:spcAft>
                <a:spcPts val="900"/>
              </a:spcAft>
              <a:buNone/>
            </a:pPr>
            <a:r>
              <a:rPr lang="en-US" sz="1400" dirty="0">
                <a:solidFill>
                  <a:schemeClr val="tx1"/>
                </a:solidFill>
              </a:rPr>
              <a:t>Tourism Australia – </a:t>
            </a:r>
            <a:pPr indent="0" marL="0">
              <a:spcAft>
                <a:spcPts val="900"/>
              </a:spcAft>
              <a:buNone/>
            </a:pPr>
            <a:r>
              <a:rPr lang="en-US" sz="1400" dirty="0">
                <a:solidFill>
                  <a:schemeClr val="accent2"/>
                </a:solidFill>
              </a:rPr>
              <a:t>australia.com</a:t>
            </a:r>
            <a:endParaRPr lang="en-US" sz="1400" dirty="0"/>
          </a:p>
          <a:p>
            <a:pPr indent="0" marL="0">
              <a:spcAft>
                <a:spcPts val="900"/>
              </a:spcAft>
              <a:buNone/>
            </a:pPr>
            <a:r>
              <a:rPr lang="en-US" sz="1400" dirty="0">
                <a:solidFill>
                  <a:schemeClr val="tx1"/>
                </a:solidFill>
              </a:rPr>
              <a:t>Sydney Opera House – </a:t>
            </a:r>
            <a:pPr indent="0" marL="0">
              <a:spcAft>
                <a:spcPts val="900"/>
              </a:spcAft>
              <a:buNone/>
            </a:pPr>
            <a:r>
              <a:rPr lang="en-US" sz="1400" dirty="0">
                <a:solidFill>
                  <a:schemeClr val="accent2"/>
                </a:solidFill>
              </a:rPr>
              <a:t>sydneyoperahouse.com</a:t>
            </a:r>
            <a:endParaRPr lang="en-US" sz="1400" dirty="0"/>
          </a:p>
          <a:p>
            <a:pPr indent="0" marL="0">
              <a:spcAft>
                <a:spcPts val="900"/>
              </a:spcAft>
              <a:buNone/>
            </a:pPr>
            <a:r>
              <a:rPr lang="en-US" sz="1400" dirty="0">
                <a:solidFill>
                  <a:schemeClr val="tx1"/>
                </a:solidFill>
              </a:rPr>
              <a:t>UNESCO World Heritage Centre – </a:t>
            </a:r>
            <a:pPr indent="0" marL="0">
              <a:spcAft>
                <a:spcPts val="900"/>
              </a:spcAft>
              <a:buNone/>
            </a:pPr>
            <a:r>
              <a:rPr lang="en-US" sz="1400" dirty="0">
                <a:solidFill>
                  <a:schemeClr val="accent2"/>
                </a:solidFill>
              </a:rPr>
              <a:t>whc.unesco.org</a:t>
            </a:r>
            <a:endParaRPr lang="en-US" sz="1400" dirty="0"/>
          </a:p>
          <a:p>
            <a:pPr indent="0" marL="0">
              <a:spcAft>
                <a:spcPts val="900"/>
              </a:spcAft>
              <a:buNone/>
            </a:pPr>
            <a:r>
              <a:rPr lang="en-US" sz="1400" dirty="0">
                <a:solidFill>
                  <a:schemeClr val="tx1"/>
                </a:solidFill>
              </a:rPr>
              <a:t>Great Barrier Reef Marine Park Authority – </a:t>
            </a:r>
            <a:pPr indent="0" marL="0">
              <a:spcAft>
                <a:spcPts val="900"/>
              </a:spcAft>
              <a:buNone/>
            </a:pPr>
            <a:r>
              <a:rPr lang="en-US" sz="1400" dirty="0">
                <a:solidFill>
                  <a:schemeClr val="accent2"/>
                </a:solidFill>
              </a:rPr>
              <a:t>gbrmpa.gov.au</a:t>
            </a:r>
            <a:endParaRPr lang="en-US" sz="1400" dirty="0"/>
          </a:p>
          <a:p>
            <a:pPr indent="0" marL="0">
              <a:spcAft>
                <a:spcPts val="900"/>
              </a:spcAft>
              <a:buNone/>
            </a:pPr>
            <a:r>
              <a:rPr lang="en-US" sz="1400" dirty="0">
                <a:solidFill>
                  <a:schemeClr val="tx1"/>
                </a:solidFill>
              </a:rPr>
              <a:t>Parks Australia – Uluru-Kata Tjuta National Park – </a:t>
            </a:r>
            <a:pPr indent="0" marL="0">
              <a:spcAft>
                <a:spcPts val="900"/>
              </a:spcAft>
              <a:buNone/>
            </a:pPr>
            <a:r>
              <a:rPr lang="en-US" sz="1400" dirty="0">
                <a:solidFill>
                  <a:schemeClr val="accent2"/>
                </a:solidFill>
              </a:rPr>
              <a:t>parksaustralia.gov.au/uluru</a:t>
            </a:r>
            <a:endParaRPr lang="en-US" sz="1400" dirty="0"/>
          </a:p>
          <a:p>
            <a:pPr indent="0" marL="0">
              <a:spcAft>
                <a:spcPts val="900"/>
              </a:spcAft>
              <a:buNone/>
            </a:pPr>
            <a:r>
              <a:rPr lang="en-US" sz="1400" dirty="0">
                <a:solidFill>
                  <a:schemeClr val="tx1"/>
                </a:solidFill>
              </a:rPr>
              <a:t>Parks Victoria – Twelve Apostles – </a:t>
            </a:r>
            <a:pPr indent="0" marL="0">
              <a:spcAft>
                <a:spcPts val="900"/>
              </a:spcAft>
              <a:buNone/>
            </a:pPr>
            <a:r>
              <a:rPr lang="en-US" sz="1400" dirty="0">
                <a:solidFill>
                  <a:schemeClr val="accent2"/>
                </a:solidFill>
              </a:rPr>
              <a:t>parks.vic.gov.au</a:t>
            </a:r>
            <a:endParaRPr lang="en-US" sz="1400" dirty="0"/>
          </a:p>
          <a:p>
            <a:pPr indent="0" marL="0">
              <a:spcAft>
                <a:spcPts val="900"/>
              </a:spcAft>
              <a:buNone/>
            </a:pPr>
            <a:r>
              <a:rPr lang="en-US" sz="1400" dirty="0">
                <a:solidFill>
                  <a:schemeClr val="tx1"/>
                </a:solidFill>
              </a:rPr>
              <a:t>Cancer Council – SunSmart (“Slip, Slop, Slap”) – </a:t>
            </a:r>
            <a:pPr indent="0" marL="0">
              <a:spcAft>
                <a:spcPts val="900"/>
              </a:spcAft>
              <a:buNone/>
            </a:pPr>
            <a:r>
              <a:rPr lang="en-US" sz="1400" dirty="0">
                <a:solidFill>
                  <a:schemeClr val="accent2"/>
                </a:solidFill>
              </a:rPr>
              <a:t>sunsmart.com.au</a:t>
            </a:r>
            <a:endParaRPr lang="en-US" sz="1400" dirty="0"/>
          </a:p>
          <a:p>
            <a:pPr indent="0" marL="0">
              <a:spcAft>
                <a:spcPts val="900"/>
              </a:spcAft>
              <a:buNone/>
            </a:pPr>
            <a:r>
              <a:rPr lang="en-US" sz="1400" dirty="0">
                <a:solidFill>
                  <a:schemeClr val="tx1"/>
                </a:solidFill>
              </a:rPr>
              <a:t>Surf Life Saving Australia – Beachsafe – </a:t>
            </a:r>
            <a:pPr indent="0" marL="0">
              <a:spcAft>
                <a:spcPts val="900"/>
              </a:spcAft>
              <a:buNone/>
            </a:pPr>
            <a:r>
              <a:rPr lang="en-US" sz="1400" dirty="0">
                <a:solidFill>
                  <a:schemeClr val="accent2"/>
                </a:solidFill>
              </a:rPr>
              <a:t>beachsafe.org.au</a:t>
            </a:r>
            <a:endParaRPr lang="en-US" sz="1400" dirty="0"/>
          </a:p>
          <a:p>
            <a:pPr indent="0" marL="0">
              <a:spcAft>
                <a:spcPts val="900"/>
              </a:spcAft>
              <a:buNone/>
            </a:pPr>
            <a:r>
              <a:rPr lang="en-US" sz="1400" dirty="0">
                <a:solidFill>
                  <a:schemeClr val="tx1"/>
                </a:solidFill>
              </a:rPr>
              <a:t>Australian Bureau of Statistics – </a:t>
            </a:r>
            <a:pPr indent="0" marL="0">
              <a:spcAft>
                <a:spcPts val="900"/>
              </a:spcAft>
              <a:buNone/>
            </a:pPr>
            <a:r>
              <a:rPr lang="en-US" sz="1400" dirty="0">
                <a:solidFill>
                  <a:schemeClr val="accent2"/>
                </a:solidFill>
              </a:rPr>
              <a:t>abs.gov.au</a:t>
            </a:r>
            <a:endParaRPr lang="en-US" sz="1400" dirty="0"/>
          </a:p>
        </p:txBody>
      </p:sp>
      <p:sp>
        <p:nvSpPr>
          <p:cNvPr id="7" name="Pictures circle"/>
          <p:cNvSpPr/>
          <p:nvPr/>
        </p:nvSpPr>
        <p:spPr>
          <a:xfrm>
            <a:off x="7589520" y="1371600"/>
            <a:ext cx="512064" cy="512064"/>
          </a:xfrm>
          <a:prstGeom prst="ellipse">
            <a:avLst/>
          </a:prstGeom>
          <a:solidFill>
            <a:schemeClr val="accent1"/>
          </a:solidFill>
          <a:ln/>
        </p:spPr>
      </p:sp>
      <p:pic>
        <p:nvPicPr>
          <p:cNvPr id="8" name="Pictures icon" descr="preencoded.png">    </p:cNvPr>
          <p:cNvPicPr>
            <a:picLocks noChangeAspect="1"/>
          </p:cNvPicPr>
          <p:nvPr/>
        </p:nvPicPr>
        <p:blipFill>
          <a:blip r:embed="rId2"/>
          <a:stretch>
            <a:fillRect/>
          </a:stretch>
        </p:blipFill>
        <p:spPr>
          <a:xfrm>
            <a:off x="7707295" y="1489375"/>
            <a:ext cx="276515" cy="276515"/>
          </a:xfrm>
          <a:prstGeom prst="rect">
            <a:avLst/>
          </a:prstGeom>
        </p:spPr>
      </p:pic>
      <p:sp>
        <p:nvSpPr>
          <p:cNvPr id="9" name="Text 5"/>
          <p:cNvSpPr txBox="1"/>
          <p:nvPr/>
        </p:nvSpPr>
        <p:spPr>
          <a:xfrm>
            <a:off x="8247888" y="1371600"/>
            <a:ext cx="3383280" cy="512064"/>
          </a:xfrm>
          <a:prstGeom prst="rect">
            <a:avLst/>
          </a:prstGeom>
          <a:noFill/>
          <a:ln/>
        </p:spPr>
        <p:txBody>
          <a:bodyPr wrap="square" lIns="0" tIns="0" rIns="0" bIns="0" rtlCol="0" anchor="ctr"/>
          <a:lstStyle/>
          <a:p>
            <a:pPr indent="0" marL="0">
              <a:buNone/>
            </a:pPr>
            <a:r>
              <a:rPr lang="en-US" sz="1800" b="1" dirty="0">
                <a:solidFill>
                  <a:schemeClr val="tx2"/>
                </a:solidFill>
              </a:rPr>
              <a:t>Photos, map &amp; icons</a:t>
            </a:r>
            <a:endParaRPr lang="en-US" sz="1800" dirty="0"/>
          </a:p>
        </p:txBody>
      </p:sp>
      <p:sp>
        <p:nvSpPr>
          <p:cNvPr id="10" name="Text 6"/>
          <p:cNvSpPr txBox="1"/>
          <p:nvPr/>
        </p:nvSpPr>
        <p:spPr>
          <a:xfrm>
            <a:off x="7589520" y="2057400"/>
            <a:ext cx="4050792" cy="2743200"/>
          </a:xfrm>
          <a:prstGeom prst="rect">
            <a:avLst/>
          </a:prstGeom>
          <a:noFill/>
          <a:ln/>
        </p:spPr>
        <p:txBody>
          <a:bodyPr wrap="square" lIns="0" tIns="0" rIns="0" bIns="0" rtlCol="0" anchor="t"/>
          <a:lstStyle/>
          <a:p>
            <a:pPr indent="0" marL="0">
              <a:spcAft>
                <a:spcPts val="1200"/>
              </a:spcAft>
              <a:buNone/>
            </a:pPr>
            <a:r>
              <a:rPr lang="en-US" sz="1400" b="1" dirty="0">
                <a:solidFill>
                  <a:schemeClr val="tx1"/>
                </a:solidFill>
              </a:rPr>
              <a:t>Photos: </a:t>
            </a:r>
            <a:pPr indent="0" marL="0">
              <a:spcAft>
                <a:spcPts val="1200"/>
              </a:spcAft>
              <a:buNone/>
            </a:pPr>
            <a:r>
              <a:rPr lang="en-US" sz="1400" i="1" dirty="0">
                <a:solidFill>
                  <a:schemeClr val="accent1"/>
                </a:solidFill>
              </a:rPr>
              <a:t>add the website and photographer of each photo here</a:t>
            </a:r>
            <a:endParaRPr lang="en-US" sz="1400" dirty="0"/>
          </a:p>
          <a:p>
            <a:pPr indent="0" marL="0">
              <a:spcAft>
                <a:spcPts val="1200"/>
              </a:spcAft>
              <a:buNone/>
            </a:pPr>
            <a:r>
              <a:rPr lang="en-US" sz="1400" b="1" dirty="0">
                <a:solidFill>
                  <a:schemeClr val="tx1"/>
                </a:solidFill>
              </a:rPr>
              <a:t>Map: </a:t>
            </a:r>
            <a:pPr indent="0" marL="0">
              <a:spcAft>
                <a:spcPts val="1200"/>
              </a:spcAft>
              <a:buNone/>
            </a:pPr>
            <a:r>
              <a:rPr lang="en-US" sz="1400" dirty="0">
                <a:solidFill>
                  <a:schemeClr val="tx1"/>
                </a:solidFill>
              </a:rPr>
              <a:t>Natural Earth data (public domain)</a:t>
            </a:r>
            <a:endParaRPr lang="en-US" sz="1400" dirty="0"/>
          </a:p>
          <a:p>
            <a:pPr indent="0" marL="0">
              <a:spcAft>
                <a:spcPts val="1200"/>
              </a:spcAft>
              <a:buNone/>
            </a:pPr>
            <a:r>
              <a:rPr lang="en-US" sz="1400" b="1" dirty="0">
                <a:solidFill>
                  <a:schemeClr val="tx1"/>
                </a:solidFill>
              </a:rPr>
              <a:t>Icons: </a:t>
            </a:r>
            <a:pPr indent="0" marL="0">
              <a:spcAft>
                <a:spcPts val="1200"/>
              </a:spcAft>
              <a:buNone/>
            </a:pPr>
            <a:r>
              <a:rPr lang="en-US" sz="1400" dirty="0">
                <a:solidFill>
                  <a:schemeClr val="tx1"/>
                </a:solidFill>
              </a:rPr>
              <a:t>Font Awesome (CC BY 4.0) and game-icons.net (CC BY 3.0)</a:t>
            </a:r>
            <a:endParaRPr lang="en-US" sz="1400" dirty="0"/>
          </a:p>
        </p:txBody>
      </p:sp>
      <p:sp>
        <p:nvSpPr>
          <p:cNvPr id="11" name="Text 7"/>
          <p:cNvSpPr txBox="1"/>
          <p:nvPr/>
        </p:nvSpPr>
        <p:spPr>
          <a:xfrm>
            <a:off x="548640" y="5897880"/>
            <a:ext cx="6492240" cy="320040"/>
          </a:xfrm>
          <a:prstGeom prst="rect">
            <a:avLst/>
          </a:prstGeom>
          <a:noFill/>
          <a:ln/>
        </p:spPr>
        <p:txBody>
          <a:bodyPr wrap="square" lIns="0" tIns="0" rIns="0" bIns="0" rtlCol="0" anchor="ctr"/>
          <a:lstStyle/>
          <a:p>
            <a:pPr indent="0" marL="0">
              <a:buNone/>
            </a:pPr>
            <a:r>
              <a:rPr lang="en-US" sz="1200" i="1" dirty="0">
                <a:solidFill>
                  <a:srgbClr val="5F6B68"/>
                </a:solidFill>
              </a:rPr>
              <a:t>All websites were visited in October 2026.</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F6B6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ream Trip Australia">
  <a:themeElements>
    <a:clrScheme name="Dream Trip Australia">
      <a:dk1>
        <a:srgbClr val="1C1B1A"/>
      </a:dk1>
      <a:lt1>
        <a:srgbClr val="FFFFFF"/>
      </a:lt1>
      <a:dk2>
        <a:srgbClr val="0F2E36"/>
      </a:dk2>
      <a:lt2>
        <a:srgbClr val="EEF3F2"/>
      </a:lt2>
      <a:accent1>
        <a:srgbClr val="E0562B"/>
      </a:accent1>
      <a:accent2>
        <a:srgbClr val="0F8A8A"/>
      </a:accent2>
      <a:accent3>
        <a:srgbClr val="F4B740"/>
      </a:accent3>
      <a:accent4>
        <a:srgbClr val="5C7F4A"/>
      </a:accent4>
      <a:accent5>
        <a:srgbClr val="2D6A8E"/>
      </a:accent5>
      <a:accent6>
        <a:srgbClr val="A23B1E"/>
      </a:accent6>
      <a:hlink>
        <a:srgbClr val="0F8A8A"/>
      </a:hlink>
      <a:folHlink>
        <a:srgbClr val="5C7F4A"/>
      </a:folHlink>
    </a:clrScheme>
    <a:fontScheme name="Dream Trip Austral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Dream Trip Around Australia</dc:title>
  <dc:subject>English presentation – Unit 1</dc:subject>
  <dc:creator>PptxGenJS</dc:creator>
  <cp:lastModifiedBy>PptxGenJS</cp:lastModifiedBy>
  <cp:revision>1</cp:revision>
  <dcterms:created xsi:type="dcterms:W3CDTF">2026-10-12T07:54:44Z</dcterms:created>
  <dcterms:modified xsi:type="dcterms:W3CDTF">2026-10-12T07:54:44Z</dcterms:modified>
</cp:coreProperties>
</file>